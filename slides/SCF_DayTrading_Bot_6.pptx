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ln w="22225">
              <a:solidFill>
                <a:srgbClr val="0B1F3A"/>
              </a:solidFill>
            </a:ln>
          </c:spPr>
          <c:marker>
            <c:symbol val="none"/>
          </c:marker>
          <c:cat>
            <c:strRef>
              <c:f>Sheet1!$A$2:$A$371</c:f>
              <c:strCache>
                <c:ptCount val="370"/>
                <c:pt idx="0">
                  <c:v>09:42</c:v>
                </c:pt>
                <c:pt idx="1">
                  <c:v>09:43</c:v>
                </c:pt>
                <c:pt idx="2">
                  <c:v>09:44</c:v>
                </c:pt>
                <c:pt idx="3">
                  <c:v>09:45</c:v>
                </c:pt>
                <c:pt idx="4">
                  <c:v>09:46</c:v>
                </c:pt>
                <c:pt idx="5">
                  <c:v>09:47</c:v>
                </c:pt>
                <c:pt idx="6">
                  <c:v>09:48</c:v>
                </c:pt>
                <c:pt idx="7">
                  <c:v>09:49</c:v>
                </c:pt>
                <c:pt idx="8">
                  <c:v>09:50</c:v>
                </c:pt>
                <c:pt idx="9">
                  <c:v>09:51</c:v>
                </c:pt>
                <c:pt idx="10">
                  <c:v>09:52</c:v>
                </c:pt>
                <c:pt idx="11">
                  <c:v>09:53</c:v>
                </c:pt>
                <c:pt idx="12">
                  <c:v>09:55</c:v>
                </c:pt>
                <c:pt idx="13">
                  <c:v>09:56</c:v>
                </c:pt>
                <c:pt idx="14">
                  <c:v>09:57</c:v>
                </c:pt>
                <c:pt idx="15">
                  <c:v>09:58</c:v>
                </c:pt>
                <c:pt idx="16">
                  <c:v>09:59</c:v>
                </c:pt>
                <c:pt idx="17">
                  <c:v>10:02</c:v>
                </c:pt>
                <c:pt idx="18">
                  <c:v>10:03</c:v>
                </c:pt>
                <c:pt idx="19">
                  <c:v>10:04</c:v>
                </c:pt>
                <c:pt idx="20">
                  <c:v>10:05</c:v>
                </c:pt>
                <c:pt idx="21">
                  <c:v>10:06</c:v>
                </c:pt>
                <c:pt idx="22">
                  <c:v>10:07</c:v>
                </c:pt>
                <c:pt idx="23">
                  <c:v>10:08</c:v>
                </c:pt>
                <c:pt idx="24">
                  <c:v>10:09</c:v>
                </c:pt>
                <c:pt idx="25">
                  <c:v>10:10</c:v>
                </c:pt>
                <c:pt idx="26">
                  <c:v>10:11</c:v>
                </c:pt>
                <c:pt idx="27">
                  <c:v>10:12</c:v>
                </c:pt>
                <c:pt idx="28">
                  <c:v>10:13</c:v>
                </c:pt>
                <c:pt idx="29">
                  <c:v>10:14</c:v>
                </c:pt>
                <c:pt idx="30">
                  <c:v>10:15</c:v>
                </c:pt>
                <c:pt idx="31">
                  <c:v>10:16</c:v>
                </c:pt>
                <c:pt idx="32">
                  <c:v>10:17</c:v>
                </c:pt>
                <c:pt idx="33">
                  <c:v>10:18</c:v>
                </c:pt>
                <c:pt idx="34">
                  <c:v>10:19</c:v>
                </c:pt>
                <c:pt idx="35">
                  <c:v>10:20</c:v>
                </c:pt>
                <c:pt idx="36">
                  <c:v>10:21</c:v>
                </c:pt>
                <c:pt idx="37">
                  <c:v>10:22</c:v>
                </c:pt>
                <c:pt idx="38">
                  <c:v>10:23</c:v>
                </c:pt>
                <c:pt idx="39">
                  <c:v>10:24</c:v>
                </c:pt>
                <c:pt idx="40">
                  <c:v>10:25</c:v>
                </c:pt>
                <c:pt idx="41">
                  <c:v>10:26</c:v>
                </c:pt>
                <c:pt idx="42">
                  <c:v>10:27</c:v>
                </c:pt>
                <c:pt idx="43">
                  <c:v>10:28</c:v>
                </c:pt>
                <c:pt idx="44">
                  <c:v>10:29</c:v>
                </c:pt>
                <c:pt idx="45">
                  <c:v>10:30</c:v>
                </c:pt>
                <c:pt idx="46">
                  <c:v>10:31</c:v>
                </c:pt>
                <c:pt idx="47">
                  <c:v>10:32</c:v>
                </c:pt>
                <c:pt idx="48">
                  <c:v>10:33</c:v>
                </c:pt>
                <c:pt idx="49">
                  <c:v>10:34</c:v>
                </c:pt>
                <c:pt idx="50">
                  <c:v>10:35</c:v>
                </c:pt>
                <c:pt idx="51">
                  <c:v>10:36</c:v>
                </c:pt>
                <c:pt idx="52">
                  <c:v>10:37</c:v>
                </c:pt>
                <c:pt idx="53">
                  <c:v>10:38</c:v>
                </c:pt>
                <c:pt idx="54">
                  <c:v>10:39</c:v>
                </c:pt>
                <c:pt idx="55">
                  <c:v>10:40</c:v>
                </c:pt>
                <c:pt idx="56">
                  <c:v>10:41</c:v>
                </c:pt>
                <c:pt idx="57">
                  <c:v>10:42</c:v>
                </c:pt>
                <c:pt idx="58">
                  <c:v>10:43</c:v>
                </c:pt>
                <c:pt idx="59">
                  <c:v>10:44</c:v>
                </c:pt>
                <c:pt idx="60">
                  <c:v>10:45</c:v>
                </c:pt>
                <c:pt idx="61">
                  <c:v>10:46</c:v>
                </c:pt>
                <c:pt idx="62">
                  <c:v>10:47</c:v>
                </c:pt>
                <c:pt idx="63">
                  <c:v>10:48</c:v>
                </c:pt>
                <c:pt idx="64">
                  <c:v>10:49</c:v>
                </c:pt>
                <c:pt idx="65">
                  <c:v>10:50</c:v>
                </c:pt>
                <c:pt idx="66">
                  <c:v>10:51</c:v>
                </c:pt>
                <c:pt idx="67">
                  <c:v>10:52</c:v>
                </c:pt>
                <c:pt idx="68">
                  <c:v>10:53</c:v>
                </c:pt>
                <c:pt idx="69">
                  <c:v>10:54</c:v>
                </c:pt>
                <c:pt idx="70">
                  <c:v>10:55</c:v>
                </c:pt>
                <c:pt idx="71">
                  <c:v>10:56</c:v>
                </c:pt>
                <c:pt idx="72">
                  <c:v>10:57</c:v>
                </c:pt>
                <c:pt idx="73">
                  <c:v>10:58</c:v>
                </c:pt>
                <c:pt idx="74">
                  <c:v>10:59</c:v>
                </c:pt>
                <c:pt idx="75">
                  <c:v>11:00</c:v>
                </c:pt>
                <c:pt idx="76">
                  <c:v>11:01</c:v>
                </c:pt>
                <c:pt idx="77">
                  <c:v>11:02</c:v>
                </c:pt>
                <c:pt idx="78">
                  <c:v>11:03</c:v>
                </c:pt>
                <c:pt idx="79">
                  <c:v>11:04</c:v>
                </c:pt>
                <c:pt idx="80">
                  <c:v>11:05</c:v>
                </c:pt>
                <c:pt idx="81">
                  <c:v>11:06</c:v>
                </c:pt>
                <c:pt idx="82">
                  <c:v>11:07</c:v>
                </c:pt>
                <c:pt idx="83">
                  <c:v>11:08</c:v>
                </c:pt>
                <c:pt idx="84">
                  <c:v>11:09</c:v>
                </c:pt>
                <c:pt idx="85">
                  <c:v>11:10</c:v>
                </c:pt>
                <c:pt idx="86">
                  <c:v>11:11</c:v>
                </c:pt>
                <c:pt idx="87">
                  <c:v>11:12</c:v>
                </c:pt>
                <c:pt idx="88">
                  <c:v>11:13</c:v>
                </c:pt>
                <c:pt idx="89">
                  <c:v>11:14</c:v>
                </c:pt>
                <c:pt idx="90">
                  <c:v>11:15</c:v>
                </c:pt>
                <c:pt idx="91">
                  <c:v>11:16</c:v>
                </c:pt>
                <c:pt idx="92">
                  <c:v>11:17</c:v>
                </c:pt>
                <c:pt idx="93">
                  <c:v>11:18</c:v>
                </c:pt>
                <c:pt idx="94">
                  <c:v>11:19</c:v>
                </c:pt>
                <c:pt idx="95">
                  <c:v>11:20</c:v>
                </c:pt>
                <c:pt idx="96">
                  <c:v>11:21</c:v>
                </c:pt>
                <c:pt idx="97">
                  <c:v>11:22</c:v>
                </c:pt>
                <c:pt idx="98">
                  <c:v>11:23</c:v>
                </c:pt>
                <c:pt idx="99">
                  <c:v>11:24</c:v>
                </c:pt>
                <c:pt idx="100">
                  <c:v>11:25</c:v>
                </c:pt>
                <c:pt idx="101">
                  <c:v>11:26</c:v>
                </c:pt>
                <c:pt idx="102">
                  <c:v>11:27</c:v>
                </c:pt>
                <c:pt idx="103">
                  <c:v>11:28</c:v>
                </c:pt>
                <c:pt idx="104">
                  <c:v>11:29</c:v>
                </c:pt>
                <c:pt idx="105">
                  <c:v>11:30</c:v>
                </c:pt>
                <c:pt idx="106">
                  <c:v>11:31</c:v>
                </c:pt>
                <c:pt idx="107">
                  <c:v>11:32</c:v>
                </c:pt>
                <c:pt idx="108">
                  <c:v>11:33</c:v>
                </c:pt>
                <c:pt idx="109">
                  <c:v>11:34</c:v>
                </c:pt>
                <c:pt idx="110">
                  <c:v>11:35</c:v>
                </c:pt>
                <c:pt idx="111">
                  <c:v>11:36</c:v>
                </c:pt>
                <c:pt idx="112">
                  <c:v>11:37</c:v>
                </c:pt>
                <c:pt idx="113">
                  <c:v>11:38</c:v>
                </c:pt>
                <c:pt idx="114">
                  <c:v>11:39</c:v>
                </c:pt>
                <c:pt idx="115">
                  <c:v>11:40</c:v>
                </c:pt>
                <c:pt idx="116">
                  <c:v>11:41</c:v>
                </c:pt>
                <c:pt idx="117">
                  <c:v>11:42</c:v>
                </c:pt>
                <c:pt idx="118">
                  <c:v>11:43</c:v>
                </c:pt>
                <c:pt idx="119">
                  <c:v>11:44</c:v>
                </c:pt>
                <c:pt idx="120">
                  <c:v>11:45</c:v>
                </c:pt>
                <c:pt idx="121">
                  <c:v>11:46</c:v>
                </c:pt>
                <c:pt idx="122">
                  <c:v>11:47</c:v>
                </c:pt>
                <c:pt idx="123">
                  <c:v>11:48</c:v>
                </c:pt>
                <c:pt idx="124">
                  <c:v>11:49</c:v>
                </c:pt>
                <c:pt idx="125">
                  <c:v>11:50</c:v>
                </c:pt>
                <c:pt idx="126">
                  <c:v>11:51</c:v>
                </c:pt>
                <c:pt idx="127">
                  <c:v>11:52</c:v>
                </c:pt>
                <c:pt idx="128">
                  <c:v>11:53</c:v>
                </c:pt>
                <c:pt idx="129">
                  <c:v>11:54</c:v>
                </c:pt>
                <c:pt idx="130">
                  <c:v>11:55</c:v>
                </c:pt>
                <c:pt idx="131">
                  <c:v>11:56</c:v>
                </c:pt>
                <c:pt idx="132">
                  <c:v>11:57</c:v>
                </c:pt>
                <c:pt idx="133">
                  <c:v>11:58</c:v>
                </c:pt>
                <c:pt idx="134">
                  <c:v>11:59</c:v>
                </c:pt>
                <c:pt idx="135">
                  <c:v>12:00</c:v>
                </c:pt>
                <c:pt idx="136">
                  <c:v>12:01</c:v>
                </c:pt>
                <c:pt idx="137">
                  <c:v>12:02</c:v>
                </c:pt>
                <c:pt idx="138">
                  <c:v>12:03</c:v>
                </c:pt>
                <c:pt idx="139">
                  <c:v>12:04</c:v>
                </c:pt>
                <c:pt idx="140">
                  <c:v>12:05</c:v>
                </c:pt>
                <c:pt idx="141">
                  <c:v>12:06</c:v>
                </c:pt>
                <c:pt idx="142">
                  <c:v>12:07</c:v>
                </c:pt>
                <c:pt idx="143">
                  <c:v>12:08</c:v>
                </c:pt>
                <c:pt idx="144">
                  <c:v>12:09</c:v>
                </c:pt>
                <c:pt idx="145">
                  <c:v>12:10</c:v>
                </c:pt>
                <c:pt idx="146">
                  <c:v>12:11</c:v>
                </c:pt>
                <c:pt idx="147">
                  <c:v>12:12</c:v>
                </c:pt>
                <c:pt idx="148">
                  <c:v>12:13</c:v>
                </c:pt>
                <c:pt idx="149">
                  <c:v>12:14</c:v>
                </c:pt>
                <c:pt idx="150">
                  <c:v>12:15</c:v>
                </c:pt>
                <c:pt idx="151">
                  <c:v>12:16</c:v>
                </c:pt>
                <c:pt idx="152">
                  <c:v>12:17</c:v>
                </c:pt>
                <c:pt idx="153">
                  <c:v>12:18</c:v>
                </c:pt>
                <c:pt idx="154">
                  <c:v>12:19</c:v>
                </c:pt>
                <c:pt idx="155">
                  <c:v>12:20</c:v>
                </c:pt>
                <c:pt idx="156">
                  <c:v>12:21</c:v>
                </c:pt>
                <c:pt idx="157">
                  <c:v>12:22</c:v>
                </c:pt>
                <c:pt idx="158">
                  <c:v>12:23</c:v>
                </c:pt>
                <c:pt idx="159">
                  <c:v>12:24</c:v>
                </c:pt>
                <c:pt idx="160">
                  <c:v>12:25</c:v>
                </c:pt>
                <c:pt idx="161">
                  <c:v>12:26</c:v>
                </c:pt>
                <c:pt idx="162">
                  <c:v>12:27</c:v>
                </c:pt>
                <c:pt idx="163">
                  <c:v>12:28</c:v>
                </c:pt>
                <c:pt idx="164">
                  <c:v>12:29</c:v>
                </c:pt>
                <c:pt idx="165">
                  <c:v>12:30</c:v>
                </c:pt>
                <c:pt idx="166">
                  <c:v>12:31</c:v>
                </c:pt>
                <c:pt idx="167">
                  <c:v>12:32</c:v>
                </c:pt>
                <c:pt idx="168">
                  <c:v>12:33</c:v>
                </c:pt>
                <c:pt idx="169">
                  <c:v>12:34</c:v>
                </c:pt>
                <c:pt idx="170">
                  <c:v>12:35</c:v>
                </c:pt>
                <c:pt idx="171">
                  <c:v>12:36</c:v>
                </c:pt>
                <c:pt idx="172">
                  <c:v>12:37</c:v>
                </c:pt>
                <c:pt idx="173">
                  <c:v>12:38</c:v>
                </c:pt>
                <c:pt idx="174">
                  <c:v>12:39</c:v>
                </c:pt>
                <c:pt idx="175">
                  <c:v>12:40</c:v>
                </c:pt>
                <c:pt idx="176">
                  <c:v>12:41</c:v>
                </c:pt>
                <c:pt idx="177">
                  <c:v>12:42</c:v>
                </c:pt>
                <c:pt idx="178">
                  <c:v>12:43</c:v>
                </c:pt>
                <c:pt idx="179">
                  <c:v>12:44</c:v>
                </c:pt>
                <c:pt idx="180">
                  <c:v>12:45</c:v>
                </c:pt>
                <c:pt idx="181">
                  <c:v>12:46</c:v>
                </c:pt>
                <c:pt idx="182">
                  <c:v>12:47</c:v>
                </c:pt>
                <c:pt idx="183">
                  <c:v>12:48</c:v>
                </c:pt>
                <c:pt idx="184">
                  <c:v>12:49</c:v>
                </c:pt>
                <c:pt idx="185">
                  <c:v>12:50</c:v>
                </c:pt>
                <c:pt idx="186">
                  <c:v>12:51</c:v>
                </c:pt>
                <c:pt idx="187">
                  <c:v>12:52</c:v>
                </c:pt>
                <c:pt idx="188">
                  <c:v>12:53</c:v>
                </c:pt>
                <c:pt idx="189">
                  <c:v>12:54</c:v>
                </c:pt>
                <c:pt idx="190">
                  <c:v>12:55</c:v>
                </c:pt>
                <c:pt idx="191">
                  <c:v>12:56</c:v>
                </c:pt>
                <c:pt idx="192">
                  <c:v>12:57</c:v>
                </c:pt>
                <c:pt idx="193">
                  <c:v>12:58</c:v>
                </c:pt>
                <c:pt idx="194">
                  <c:v>12:59</c:v>
                </c:pt>
                <c:pt idx="195">
                  <c:v>13:00</c:v>
                </c:pt>
                <c:pt idx="196">
                  <c:v>13:01</c:v>
                </c:pt>
                <c:pt idx="197">
                  <c:v>13:02</c:v>
                </c:pt>
                <c:pt idx="198">
                  <c:v>13:03</c:v>
                </c:pt>
                <c:pt idx="199">
                  <c:v>13:04</c:v>
                </c:pt>
                <c:pt idx="200">
                  <c:v>13:05</c:v>
                </c:pt>
                <c:pt idx="201">
                  <c:v>13:06</c:v>
                </c:pt>
                <c:pt idx="202">
                  <c:v>13:07</c:v>
                </c:pt>
                <c:pt idx="203">
                  <c:v>13:08</c:v>
                </c:pt>
                <c:pt idx="204">
                  <c:v>13:09</c:v>
                </c:pt>
                <c:pt idx="205">
                  <c:v>13:10</c:v>
                </c:pt>
                <c:pt idx="206">
                  <c:v>13:11</c:v>
                </c:pt>
                <c:pt idx="207">
                  <c:v>13:12</c:v>
                </c:pt>
                <c:pt idx="208">
                  <c:v>13:13</c:v>
                </c:pt>
                <c:pt idx="209">
                  <c:v>13:14</c:v>
                </c:pt>
                <c:pt idx="210">
                  <c:v>13:15</c:v>
                </c:pt>
                <c:pt idx="211">
                  <c:v>13:16</c:v>
                </c:pt>
                <c:pt idx="212">
                  <c:v>13:17</c:v>
                </c:pt>
                <c:pt idx="213">
                  <c:v>13:18</c:v>
                </c:pt>
                <c:pt idx="214">
                  <c:v>13:19</c:v>
                </c:pt>
                <c:pt idx="215">
                  <c:v>13:20</c:v>
                </c:pt>
                <c:pt idx="216">
                  <c:v>13:21</c:v>
                </c:pt>
                <c:pt idx="217">
                  <c:v>13:22</c:v>
                </c:pt>
                <c:pt idx="218">
                  <c:v>13:23</c:v>
                </c:pt>
                <c:pt idx="219">
                  <c:v>13:24</c:v>
                </c:pt>
                <c:pt idx="220">
                  <c:v>13:25</c:v>
                </c:pt>
                <c:pt idx="221">
                  <c:v>13:26</c:v>
                </c:pt>
                <c:pt idx="222">
                  <c:v>13:27</c:v>
                </c:pt>
                <c:pt idx="223">
                  <c:v>13:28</c:v>
                </c:pt>
                <c:pt idx="224">
                  <c:v>13:29</c:v>
                </c:pt>
                <c:pt idx="225">
                  <c:v>13:30</c:v>
                </c:pt>
                <c:pt idx="226">
                  <c:v>13:31</c:v>
                </c:pt>
                <c:pt idx="227">
                  <c:v>13:32</c:v>
                </c:pt>
                <c:pt idx="228">
                  <c:v>13:33</c:v>
                </c:pt>
                <c:pt idx="229">
                  <c:v>13:34</c:v>
                </c:pt>
                <c:pt idx="230">
                  <c:v>13:35</c:v>
                </c:pt>
                <c:pt idx="231">
                  <c:v>13:36</c:v>
                </c:pt>
                <c:pt idx="232">
                  <c:v>13:37</c:v>
                </c:pt>
                <c:pt idx="233">
                  <c:v>13:38</c:v>
                </c:pt>
                <c:pt idx="234">
                  <c:v>13:39</c:v>
                </c:pt>
                <c:pt idx="235">
                  <c:v>13:40</c:v>
                </c:pt>
                <c:pt idx="236">
                  <c:v>13:41</c:v>
                </c:pt>
                <c:pt idx="237">
                  <c:v>13:42</c:v>
                </c:pt>
                <c:pt idx="238">
                  <c:v>13:43</c:v>
                </c:pt>
                <c:pt idx="239">
                  <c:v>13:44</c:v>
                </c:pt>
                <c:pt idx="240">
                  <c:v>13:45</c:v>
                </c:pt>
                <c:pt idx="241">
                  <c:v>13:46</c:v>
                </c:pt>
                <c:pt idx="242">
                  <c:v>13:47</c:v>
                </c:pt>
                <c:pt idx="243">
                  <c:v>13:48</c:v>
                </c:pt>
                <c:pt idx="244">
                  <c:v>13:49</c:v>
                </c:pt>
                <c:pt idx="245">
                  <c:v>13:50</c:v>
                </c:pt>
                <c:pt idx="246">
                  <c:v>13:51</c:v>
                </c:pt>
                <c:pt idx="247">
                  <c:v>13:52</c:v>
                </c:pt>
                <c:pt idx="248">
                  <c:v>13:53</c:v>
                </c:pt>
                <c:pt idx="249">
                  <c:v>13:54</c:v>
                </c:pt>
                <c:pt idx="250">
                  <c:v>13:55</c:v>
                </c:pt>
                <c:pt idx="251">
                  <c:v>13:56</c:v>
                </c:pt>
                <c:pt idx="252">
                  <c:v>13:57</c:v>
                </c:pt>
                <c:pt idx="253">
                  <c:v>13:58</c:v>
                </c:pt>
                <c:pt idx="254">
                  <c:v>13:59</c:v>
                </c:pt>
                <c:pt idx="255">
                  <c:v>14:00</c:v>
                </c:pt>
                <c:pt idx="256">
                  <c:v>14:01</c:v>
                </c:pt>
                <c:pt idx="257">
                  <c:v>14:02</c:v>
                </c:pt>
                <c:pt idx="258">
                  <c:v>14:03</c:v>
                </c:pt>
                <c:pt idx="259">
                  <c:v>14:04</c:v>
                </c:pt>
                <c:pt idx="260">
                  <c:v>14:05</c:v>
                </c:pt>
                <c:pt idx="261">
                  <c:v>14:06</c:v>
                </c:pt>
                <c:pt idx="262">
                  <c:v>14:07</c:v>
                </c:pt>
                <c:pt idx="263">
                  <c:v>14:08</c:v>
                </c:pt>
                <c:pt idx="264">
                  <c:v>14:09</c:v>
                </c:pt>
                <c:pt idx="265">
                  <c:v>14:10</c:v>
                </c:pt>
                <c:pt idx="266">
                  <c:v>14:11</c:v>
                </c:pt>
                <c:pt idx="267">
                  <c:v>14:12</c:v>
                </c:pt>
                <c:pt idx="268">
                  <c:v>14:13</c:v>
                </c:pt>
                <c:pt idx="269">
                  <c:v>14:14</c:v>
                </c:pt>
                <c:pt idx="270">
                  <c:v>14:15</c:v>
                </c:pt>
                <c:pt idx="271">
                  <c:v>14:16</c:v>
                </c:pt>
                <c:pt idx="272">
                  <c:v>14:17</c:v>
                </c:pt>
                <c:pt idx="273">
                  <c:v>14:18</c:v>
                </c:pt>
                <c:pt idx="274">
                  <c:v>14:19</c:v>
                </c:pt>
                <c:pt idx="275">
                  <c:v>14:20</c:v>
                </c:pt>
                <c:pt idx="276">
                  <c:v>14:21</c:v>
                </c:pt>
                <c:pt idx="277">
                  <c:v>14:22</c:v>
                </c:pt>
                <c:pt idx="278">
                  <c:v>14:23</c:v>
                </c:pt>
                <c:pt idx="279">
                  <c:v>14:24</c:v>
                </c:pt>
                <c:pt idx="280">
                  <c:v>14:25</c:v>
                </c:pt>
                <c:pt idx="281">
                  <c:v>14:26</c:v>
                </c:pt>
                <c:pt idx="282">
                  <c:v>14:27</c:v>
                </c:pt>
                <c:pt idx="283">
                  <c:v>14:28</c:v>
                </c:pt>
                <c:pt idx="284">
                  <c:v>14:29</c:v>
                </c:pt>
                <c:pt idx="285">
                  <c:v>14:30</c:v>
                </c:pt>
                <c:pt idx="286">
                  <c:v>14:31</c:v>
                </c:pt>
                <c:pt idx="287">
                  <c:v>14:32</c:v>
                </c:pt>
                <c:pt idx="288">
                  <c:v>14:33</c:v>
                </c:pt>
                <c:pt idx="289">
                  <c:v>14:34</c:v>
                </c:pt>
                <c:pt idx="290">
                  <c:v>14:35</c:v>
                </c:pt>
                <c:pt idx="291">
                  <c:v>14:36</c:v>
                </c:pt>
                <c:pt idx="292">
                  <c:v>14:37</c:v>
                </c:pt>
                <c:pt idx="293">
                  <c:v>14:38</c:v>
                </c:pt>
                <c:pt idx="294">
                  <c:v>14:39</c:v>
                </c:pt>
                <c:pt idx="295">
                  <c:v>14:40</c:v>
                </c:pt>
                <c:pt idx="296">
                  <c:v>14:41</c:v>
                </c:pt>
                <c:pt idx="297">
                  <c:v>14:42</c:v>
                </c:pt>
                <c:pt idx="298">
                  <c:v>14:43</c:v>
                </c:pt>
                <c:pt idx="299">
                  <c:v>14:44</c:v>
                </c:pt>
                <c:pt idx="300">
                  <c:v>14:45</c:v>
                </c:pt>
                <c:pt idx="301">
                  <c:v>14:46</c:v>
                </c:pt>
                <c:pt idx="302">
                  <c:v>14:47</c:v>
                </c:pt>
                <c:pt idx="303">
                  <c:v>14:48</c:v>
                </c:pt>
                <c:pt idx="304">
                  <c:v>14:49</c:v>
                </c:pt>
                <c:pt idx="305">
                  <c:v>14:50</c:v>
                </c:pt>
                <c:pt idx="306">
                  <c:v>14:51</c:v>
                </c:pt>
                <c:pt idx="307">
                  <c:v>14:52</c:v>
                </c:pt>
                <c:pt idx="308">
                  <c:v>14:53</c:v>
                </c:pt>
                <c:pt idx="309">
                  <c:v>14:54</c:v>
                </c:pt>
                <c:pt idx="310">
                  <c:v>14:55</c:v>
                </c:pt>
                <c:pt idx="311">
                  <c:v>14:56</c:v>
                </c:pt>
                <c:pt idx="312">
                  <c:v>14:57</c:v>
                </c:pt>
                <c:pt idx="313">
                  <c:v>14:58</c:v>
                </c:pt>
                <c:pt idx="314">
                  <c:v>14:59</c:v>
                </c:pt>
                <c:pt idx="315">
                  <c:v>15:00</c:v>
                </c:pt>
                <c:pt idx="316">
                  <c:v>15:01</c:v>
                </c:pt>
                <c:pt idx="317">
                  <c:v>15:02</c:v>
                </c:pt>
                <c:pt idx="318">
                  <c:v>15:03</c:v>
                </c:pt>
                <c:pt idx="319">
                  <c:v>15:04</c:v>
                </c:pt>
                <c:pt idx="320">
                  <c:v>15:05</c:v>
                </c:pt>
                <c:pt idx="321">
                  <c:v>15:06</c:v>
                </c:pt>
                <c:pt idx="322">
                  <c:v>15:07</c:v>
                </c:pt>
                <c:pt idx="323">
                  <c:v>15:08</c:v>
                </c:pt>
                <c:pt idx="324">
                  <c:v>15:09</c:v>
                </c:pt>
                <c:pt idx="325">
                  <c:v>15:10</c:v>
                </c:pt>
                <c:pt idx="326">
                  <c:v>15:11</c:v>
                </c:pt>
                <c:pt idx="327">
                  <c:v>15:12</c:v>
                </c:pt>
                <c:pt idx="328">
                  <c:v>15:13</c:v>
                </c:pt>
                <c:pt idx="329">
                  <c:v>15:14</c:v>
                </c:pt>
                <c:pt idx="330">
                  <c:v>15:15</c:v>
                </c:pt>
                <c:pt idx="331">
                  <c:v>15:16</c:v>
                </c:pt>
                <c:pt idx="332">
                  <c:v>15:17</c:v>
                </c:pt>
                <c:pt idx="333">
                  <c:v>15:18</c:v>
                </c:pt>
                <c:pt idx="334">
                  <c:v>15:19</c:v>
                </c:pt>
                <c:pt idx="335">
                  <c:v>15:20</c:v>
                </c:pt>
                <c:pt idx="336">
                  <c:v>15:21</c:v>
                </c:pt>
                <c:pt idx="337">
                  <c:v>15:22</c:v>
                </c:pt>
                <c:pt idx="338">
                  <c:v>15:23</c:v>
                </c:pt>
                <c:pt idx="339">
                  <c:v>15:24</c:v>
                </c:pt>
                <c:pt idx="340">
                  <c:v>15:25</c:v>
                </c:pt>
                <c:pt idx="341">
                  <c:v>15:26</c:v>
                </c:pt>
                <c:pt idx="342">
                  <c:v>15:27</c:v>
                </c:pt>
                <c:pt idx="343">
                  <c:v>15:28</c:v>
                </c:pt>
                <c:pt idx="344">
                  <c:v>15:29</c:v>
                </c:pt>
                <c:pt idx="345">
                  <c:v>15:30</c:v>
                </c:pt>
                <c:pt idx="346">
                  <c:v>15:31</c:v>
                </c:pt>
                <c:pt idx="347">
                  <c:v>15:32</c:v>
                </c:pt>
                <c:pt idx="348">
                  <c:v>15:33</c:v>
                </c:pt>
                <c:pt idx="349">
                  <c:v>15:34</c:v>
                </c:pt>
                <c:pt idx="350">
                  <c:v>15:35</c:v>
                </c:pt>
                <c:pt idx="351">
                  <c:v>15:36</c:v>
                </c:pt>
                <c:pt idx="352">
                  <c:v>15:37</c:v>
                </c:pt>
                <c:pt idx="353">
                  <c:v>15:38</c:v>
                </c:pt>
                <c:pt idx="354">
                  <c:v>15:39</c:v>
                </c:pt>
                <c:pt idx="355">
                  <c:v>15:40</c:v>
                </c:pt>
                <c:pt idx="356">
                  <c:v>15:41</c:v>
                </c:pt>
                <c:pt idx="357">
                  <c:v>15:42</c:v>
                </c:pt>
                <c:pt idx="358">
                  <c:v>15:43</c:v>
                </c:pt>
                <c:pt idx="359">
                  <c:v>15:44</c:v>
                </c:pt>
                <c:pt idx="360">
                  <c:v>15:45</c:v>
                </c:pt>
                <c:pt idx="361">
                  <c:v>15:46</c:v>
                </c:pt>
                <c:pt idx="362">
                  <c:v>15:47</c:v>
                </c:pt>
                <c:pt idx="363">
                  <c:v>15:48</c:v>
                </c:pt>
                <c:pt idx="364">
                  <c:v>15:49</c:v>
                </c:pt>
                <c:pt idx="365">
                  <c:v>15:50</c:v>
                </c:pt>
                <c:pt idx="366">
                  <c:v>15:51</c:v>
                </c:pt>
                <c:pt idx="367">
                  <c:v>15:52</c:v>
                </c:pt>
                <c:pt idx="368">
                  <c:v>15:53</c:v>
                </c:pt>
                <c:pt idx="369">
                  <c:v>15:54</c:v>
                </c:pt>
              </c:strCache>
            </c:strRef>
          </c:cat>
          <c:val>
            <c:numRef>
              <c:f>Sheet1!$B$2:$B$371</c:f>
              <c:numCache>
                <c:formatCode>General</c:formatCode>
                <c:ptCount val="370"/>
                <c:pt idx="0">
                  <c:v>708.55</c:v>
                </c:pt>
                <c:pt idx="1">
                  <c:v>708.6</c:v>
                </c:pt>
                <c:pt idx="2">
                  <c:v>708.62</c:v>
                </c:pt>
                <c:pt idx="3">
                  <c:v>708.6</c:v>
                </c:pt>
                <c:pt idx="4">
                  <c:v>709.29</c:v>
                </c:pt>
                <c:pt idx="5">
                  <c:v>709.27</c:v>
                </c:pt>
                <c:pt idx="6">
                  <c:v>709.2</c:v>
                </c:pt>
                <c:pt idx="7">
                  <c:v>709.315</c:v>
                </c:pt>
                <c:pt idx="8">
                  <c:v>709.915</c:v>
                </c:pt>
                <c:pt idx="9">
                  <c:v>709.71</c:v>
                </c:pt>
                <c:pt idx="10">
                  <c:v>709.88</c:v>
                </c:pt>
                <c:pt idx="11">
                  <c:v>709.99</c:v>
                </c:pt>
                <c:pt idx="12">
                  <c:v>709.7</c:v>
                </c:pt>
                <c:pt idx="13">
                  <c:v>710.0</c:v>
                </c:pt>
                <c:pt idx="14">
                  <c:v>709.845</c:v>
                </c:pt>
                <c:pt idx="15">
                  <c:v>709.86</c:v>
                </c:pt>
                <c:pt idx="16">
                  <c:v>709.845</c:v>
                </c:pt>
                <c:pt idx="17">
                  <c:v>709.49</c:v>
                </c:pt>
                <c:pt idx="18">
                  <c:v>709.12</c:v>
                </c:pt>
                <c:pt idx="19">
                  <c:v>709.11</c:v>
                </c:pt>
                <c:pt idx="20">
                  <c:v>709.2</c:v>
                </c:pt>
                <c:pt idx="21">
                  <c:v>709.17</c:v>
                </c:pt>
                <c:pt idx="22">
                  <c:v>709.2</c:v>
                </c:pt>
                <c:pt idx="23">
                  <c:v>709.57</c:v>
                </c:pt>
                <c:pt idx="24">
                  <c:v>709.8</c:v>
                </c:pt>
                <c:pt idx="25">
                  <c:v>709.58</c:v>
                </c:pt>
                <c:pt idx="26">
                  <c:v>709.71</c:v>
                </c:pt>
                <c:pt idx="27">
                  <c:v>709.35</c:v>
                </c:pt>
                <c:pt idx="28">
                  <c:v>709.13</c:v>
                </c:pt>
                <c:pt idx="29">
                  <c:v>709.1</c:v>
                </c:pt>
                <c:pt idx="30">
                  <c:v>709.49</c:v>
                </c:pt>
                <c:pt idx="31">
                  <c:v>709.65</c:v>
                </c:pt>
                <c:pt idx="32">
                  <c:v>709.7</c:v>
                </c:pt>
                <c:pt idx="33">
                  <c:v>709.675</c:v>
                </c:pt>
                <c:pt idx="34">
                  <c:v>710.05</c:v>
                </c:pt>
                <c:pt idx="35">
                  <c:v>709.92</c:v>
                </c:pt>
                <c:pt idx="36">
                  <c:v>709.91</c:v>
                </c:pt>
                <c:pt idx="37">
                  <c:v>709.99</c:v>
                </c:pt>
                <c:pt idx="38">
                  <c:v>709.71</c:v>
                </c:pt>
                <c:pt idx="39">
                  <c:v>709.92</c:v>
                </c:pt>
                <c:pt idx="40">
                  <c:v>709.91</c:v>
                </c:pt>
                <c:pt idx="41">
                  <c:v>709.67</c:v>
                </c:pt>
                <c:pt idx="42">
                  <c:v>709.7</c:v>
                </c:pt>
                <c:pt idx="43">
                  <c:v>709.46</c:v>
                </c:pt>
                <c:pt idx="44">
                  <c:v>709.46</c:v>
                </c:pt>
                <c:pt idx="45">
                  <c:v>709.645</c:v>
                </c:pt>
                <c:pt idx="46">
                  <c:v>709.535</c:v>
                </c:pt>
                <c:pt idx="47">
                  <c:v>709.375</c:v>
                </c:pt>
                <c:pt idx="48">
                  <c:v>709.25</c:v>
                </c:pt>
                <c:pt idx="49">
                  <c:v>709.6</c:v>
                </c:pt>
                <c:pt idx="50">
                  <c:v>709.415</c:v>
                </c:pt>
                <c:pt idx="51">
                  <c:v>709.35</c:v>
                </c:pt>
                <c:pt idx="52">
                  <c:v>709.035</c:v>
                </c:pt>
                <c:pt idx="53">
                  <c:v>709.35</c:v>
                </c:pt>
                <c:pt idx="54">
                  <c:v>709.49</c:v>
                </c:pt>
                <c:pt idx="55">
                  <c:v>709.2</c:v>
                </c:pt>
                <c:pt idx="56">
                  <c:v>709.555</c:v>
                </c:pt>
                <c:pt idx="57">
                  <c:v>709.38</c:v>
                </c:pt>
                <c:pt idx="58">
                  <c:v>709.555</c:v>
                </c:pt>
                <c:pt idx="59">
                  <c:v>709.665</c:v>
                </c:pt>
                <c:pt idx="60">
                  <c:v>709.88</c:v>
                </c:pt>
                <c:pt idx="61">
                  <c:v>709.94</c:v>
                </c:pt>
                <c:pt idx="62">
                  <c:v>710.0</c:v>
                </c:pt>
                <c:pt idx="63">
                  <c:v>709.79</c:v>
                </c:pt>
                <c:pt idx="64">
                  <c:v>709.73</c:v>
                </c:pt>
                <c:pt idx="65">
                  <c:v>709.695</c:v>
                </c:pt>
                <c:pt idx="66">
                  <c:v>709.73</c:v>
                </c:pt>
                <c:pt idx="67">
                  <c:v>709.52</c:v>
                </c:pt>
                <c:pt idx="68">
                  <c:v>709.83</c:v>
                </c:pt>
                <c:pt idx="69">
                  <c:v>710.03</c:v>
                </c:pt>
                <c:pt idx="70">
                  <c:v>709.845</c:v>
                </c:pt>
                <c:pt idx="71">
                  <c:v>709.81</c:v>
                </c:pt>
                <c:pt idx="72">
                  <c:v>709.93</c:v>
                </c:pt>
                <c:pt idx="73">
                  <c:v>710.045</c:v>
                </c:pt>
                <c:pt idx="74">
                  <c:v>710.06</c:v>
                </c:pt>
                <c:pt idx="75">
                  <c:v>710.515</c:v>
                </c:pt>
                <c:pt idx="76">
                  <c:v>710.98</c:v>
                </c:pt>
                <c:pt idx="77">
                  <c:v>710.895</c:v>
                </c:pt>
                <c:pt idx="78">
                  <c:v>710.43</c:v>
                </c:pt>
                <c:pt idx="79">
                  <c:v>710.7</c:v>
                </c:pt>
                <c:pt idx="80">
                  <c:v>710.675</c:v>
                </c:pt>
                <c:pt idx="81">
                  <c:v>710.69</c:v>
                </c:pt>
                <c:pt idx="82">
                  <c:v>710.7</c:v>
                </c:pt>
                <c:pt idx="83">
                  <c:v>711.06</c:v>
                </c:pt>
                <c:pt idx="84">
                  <c:v>711.365</c:v>
                </c:pt>
                <c:pt idx="85">
                  <c:v>711.44</c:v>
                </c:pt>
                <c:pt idx="86">
                  <c:v>711.35</c:v>
                </c:pt>
                <c:pt idx="87">
                  <c:v>711.12</c:v>
                </c:pt>
                <c:pt idx="88">
                  <c:v>711.14</c:v>
                </c:pt>
                <c:pt idx="89">
                  <c:v>711.2</c:v>
                </c:pt>
                <c:pt idx="90">
                  <c:v>711.28</c:v>
                </c:pt>
                <c:pt idx="91">
                  <c:v>710.92</c:v>
                </c:pt>
                <c:pt idx="92">
                  <c:v>710.78</c:v>
                </c:pt>
                <c:pt idx="93">
                  <c:v>710.68</c:v>
                </c:pt>
                <c:pt idx="94">
                  <c:v>710.69</c:v>
                </c:pt>
                <c:pt idx="95">
                  <c:v>710.74</c:v>
                </c:pt>
                <c:pt idx="96">
                  <c:v>710.74</c:v>
                </c:pt>
                <c:pt idx="97">
                  <c:v>710.74</c:v>
                </c:pt>
                <c:pt idx="98">
                  <c:v>710.89</c:v>
                </c:pt>
                <c:pt idx="99">
                  <c:v>710.915</c:v>
                </c:pt>
                <c:pt idx="100">
                  <c:v>711.11</c:v>
                </c:pt>
                <c:pt idx="101">
                  <c:v>711.07</c:v>
                </c:pt>
                <c:pt idx="102">
                  <c:v>711.22</c:v>
                </c:pt>
                <c:pt idx="103">
                  <c:v>711.1</c:v>
                </c:pt>
                <c:pt idx="104">
                  <c:v>710.84</c:v>
                </c:pt>
                <c:pt idx="105">
                  <c:v>710.855</c:v>
                </c:pt>
                <c:pt idx="106">
                  <c:v>710.93</c:v>
                </c:pt>
                <c:pt idx="107">
                  <c:v>710.57</c:v>
                </c:pt>
                <c:pt idx="108">
                  <c:v>710.45</c:v>
                </c:pt>
                <c:pt idx="109">
                  <c:v>710.4</c:v>
                </c:pt>
                <c:pt idx="110">
                  <c:v>710.48</c:v>
                </c:pt>
                <c:pt idx="111">
                  <c:v>710.49</c:v>
                </c:pt>
                <c:pt idx="112">
                  <c:v>710.62</c:v>
                </c:pt>
                <c:pt idx="113">
                  <c:v>710.425</c:v>
                </c:pt>
                <c:pt idx="114">
                  <c:v>710.45</c:v>
                </c:pt>
                <c:pt idx="115">
                  <c:v>710.67</c:v>
                </c:pt>
                <c:pt idx="116">
                  <c:v>710.67</c:v>
                </c:pt>
                <c:pt idx="117">
                  <c:v>710.595</c:v>
                </c:pt>
                <c:pt idx="118">
                  <c:v>710.595</c:v>
                </c:pt>
                <c:pt idx="119">
                  <c:v>710.55</c:v>
                </c:pt>
                <c:pt idx="120">
                  <c:v>710.6</c:v>
                </c:pt>
                <c:pt idx="121">
                  <c:v>710.61</c:v>
                </c:pt>
                <c:pt idx="122">
                  <c:v>710.61</c:v>
                </c:pt>
                <c:pt idx="123">
                  <c:v>711.4</c:v>
                </c:pt>
                <c:pt idx="124">
                  <c:v>711.34</c:v>
                </c:pt>
                <c:pt idx="125">
                  <c:v>711.37</c:v>
                </c:pt>
                <c:pt idx="126">
                  <c:v>711.245</c:v>
                </c:pt>
                <c:pt idx="127">
                  <c:v>711.22</c:v>
                </c:pt>
                <c:pt idx="128">
                  <c:v>711.195</c:v>
                </c:pt>
                <c:pt idx="129">
                  <c:v>711.04</c:v>
                </c:pt>
                <c:pt idx="130">
                  <c:v>711.015</c:v>
                </c:pt>
                <c:pt idx="131">
                  <c:v>711.015</c:v>
                </c:pt>
                <c:pt idx="132">
                  <c:v>711.0</c:v>
                </c:pt>
                <c:pt idx="133">
                  <c:v>711.0</c:v>
                </c:pt>
                <c:pt idx="134">
                  <c:v>710.99</c:v>
                </c:pt>
                <c:pt idx="135">
                  <c:v>710.66</c:v>
                </c:pt>
                <c:pt idx="136">
                  <c:v>710.68</c:v>
                </c:pt>
                <c:pt idx="137">
                  <c:v>710.41</c:v>
                </c:pt>
                <c:pt idx="138">
                  <c:v>710.36</c:v>
                </c:pt>
                <c:pt idx="139">
                  <c:v>710.43</c:v>
                </c:pt>
                <c:pt idx="140">
                  <c:v>710.15</c:v>
                </c:pt>
                <c:pt idx="141">
                  <c:v>710.25</c:v>
                </c:pt>
                <c:pt idx="142">
                  <c:v>710.28</c:v>
                </c:pt>
                <c:pt idx="143">
                  <c:v>710.28</c:v>
                </c:pt>
                <c:pt idx="144">
                  <c:v>710.245</c:v>
                </c:pt>
                <c:pt idx="145">
                  <c:v>710.42</c:v>
                </c:pt>
                <c:pt idx="146">
                  <c:v>710.31</c:v>
                </c:pt>
                <c:pt idx="147">
                  <c:v>710.21</c:v>
                </c:pt>
                <c:pt idx="148">
                  <c:v>710.05</c:v>
                </c:pt>
                <c:pt idx="149">
                  <c:v>710.18</c:v>
                </c:pt>
                <c:pt idx="150">
                  <c:v>710.28</c:v>
                </c:pt>
                <c:pt idx="151">
                  <c:v>710.4</c:v>
                </c:pt>
                <c:pt idx="152">
                  <c:v>710.36</c:v>
                </c:pt>
                <c:pt idx="153">
                  <c:v>710.46</c:v>
                </c:pt>
                <c:pt idx="154">
                  <c:v>710.52</c:v>
                </c:pt>
                <c:pt idx="155">
                  <c:v>710.41</c:v>
                </c:pt>
                <c:pt idx="156">
                  <c:v>710.41</c:v>
                </c:pt>
                <c:pt idx="157">
                  <c:v>710.255</c:v>
                </c:pt>
                <c:pt idx="158">
                  <c:v>710.14</c:v>
                </c:pt>
                <c:pt idx="159">
                  <c:v>710.13</c:v>
                </c:pt>
                <c:pt idx="160">
                  <c:v>710.1</c:v>
                </c:pt>
                <c:pt idx="161">
                  <c:v>710.09</c:v>
                </c:pt>
                <c:pt idx="162">
                  <c:v>710.09</c:v>
                </c:pt>
                <c:pt idx="163">
                  <c:v>710.09</c:v>
                </c:pt>
                <c:pt idx="164">
                  <c:v>710.05</c:v>
                </c:pt>
                <c:pt idx="165">
                  <c:v>710.36</c:v>
                </c:pt>
                <c:pt idx="166">
                  <c:v>710.33</c:v>
                </c:pt>
                <c:pt idx="167">
                  <c:v>710.13</c:v>
                </c:pt>
                <c:pt idx="168">
                  <c:v>709.99</c:v>
                </c:pt>
                <c:pt idx="169">
                  <c:v>710.035</c:v>
                </c:pt>
                <c:pt idx="170">
                  <c:v>709.875</c:v>
                </c:pt>
                <c:pt idx="171">
                  <c:v>709.91</c:v>
                </c:pt>
                <c:pt idx="172">
                  <c:v>709.99</c:v>
                </c:pt>
                <c:pt idx="173">
                  <c:v>710.08</c:v>
                </c:pt>
                <c:pt idx="174">
                  <c:v>709.99</c:v>
                </c:pt>
                <c:pt idx="175">
                  <c:v>710.0</c:v>
                </c:pt>
                <c:pt idx="176">
                  <c:v>710.01</c:v>
                </c:pt>
                <c:pt idx="177">
                  <c:v>710.02</c:v>
                </c:pt>
                <c:pt idx="178">
                  <c:v>710.0</c:v>
                </c:pt>
                <c:pt idx="179">
                  <c:v>710.0</c:v>
                </c:pt>
                <c:pt idx="180">
                  <c:v>710.13</c:v>
                </c:pt>
                <c:pt idx="181">
                  <c:v>710.23</c:v>
                </c:pt>
                <c:pt idx="182">
                  <c:v>710.405</c:v>
                </c:pt>
                <c:pt idx="183">
                  <c:v>710.39</c:v>
                </c:pt>
                <c:pt idx="184">
                  <c:v>710.51</c:v>
                </c:pt>
                <c:pt idx="185">
                  <c:v>710.445</c:v>
                </c:pt>
                <c:pt idx="186">
                  <c:v>710.445</c:v>
                </c:pt>
                <c:pt idx="187">
                  <c:v>710.13</c:v>
                </c:pt>
                <c:pt idx="188">
                  <c:v>709.975</c:v>
                </c:pt>
                <c:pt idx="189">
                  <c:v>710.01</c:v>
                </c:pt>
                <c:pt idx="190">
                  <c:v>710.07</c:v>
                </c:pt>
                <c:pt idx="191">
                  <c:v>710.125</c:v>
                </c:pt>
                <c:pt idx="192">
                  <c:v>710.08</c:v>
                </c:pt>
                <c:pt idx="193">
                  <c:v>710.08</c:v>
                </c:pt>
                <c:pt idx="194">
                  <c:v>710.13</c:v>
                </c:pt>
                <c:pt idx="195">
                  <c:v>709.985</c:v>
                </c:pt>
                <c:pt idx="196">
                  <c:v>709.625</c:v>
                </c:pt>
                <c:pt idx="197">
                  <c:v>709.61</c:v>
                </c:pt>
                <c:pt idx="198">
                  <c:v>709.55</c:v>
                </c:pt>
                <c:pt idx="199">
                  <c:v>709.32</c:v>
                </c:pt>
                <c:pt idx="200">
                  <c:v>709.47</c:v>
                </c:pt>
                <c:pt idx="201">
                  <c:v>709.39</c:v>
                </c:pt>
                <c:pt idx="202">
                  <c:v>709.39</c:v>
                </c:pt>
                <c:pt idx="203">
                  <c:v>709.49</c:v>
                </c:pt>
                <c:pt idx="204">
                  <c:v>709.49</c:v>
                </c:pt>
                <c:pt idx="205">
                  <c:v>709.57</c:v>
                </c:pt>
                <c:pt idx="206">
                  <c:v>709.55</c:v>
                </c:pt>
                <c:pt idx="207">
                  <c:v>709.475</c:v>
                </c:pt>
                <c:pt idx="208">
                  <c:v>709.46</c:v>
                </c:pt>
                <c:pt idx="209">
                  <c:v>709.54</c:v>
                </c:pt>
                <c:pt idx="210">
                  <c:v>709.81</c:v>
                </c:pt>
                <c:pt idx="211">
                  <c:v>709.75</c:v>
                </c:pt>
                <c:pt idx="212">
                  <c:v>709.77</c:v>
                </c:pt>
                <c:pt idx="213">
                  <c:v>709.71</c:v>
                </c:pt>
                <c:pt idx="214">
                  <c:v>709.71</c:v>
                </c:pt>
                <c:pt idx="215">
                  <c:v>709.665</c:v>
                </c:pt>
                <c:pt idx="216">
                  <c:v>709.65</c:v>
                </c:pt>
                <c:pt idx="217">
                  <c:v>709.65</c:v>
                </c:pt>
                <c:pt idx="218">
                  <c:v>709.56</c:v>
                </c:pt>
                <c:pt idx="219">
                  <c:v>709.435</c:v>
                </c:pt>
                <c:pt idx="220">
                  <c:v>709.43</c:v>
                </c:pt>
                <c:pt idx="221">
                  <c:v>709.62</c:v>
                </c:pt>
                <c:pt idx="222">
                  <c:v>709.62</c:v>
                </c:pt>
                <c:pt idx="223">
                  <c:v>709.6</c:v>
                </c:pt>
                <c:pt idx="224">
                  <c:v>709.6</c:v>
                </c:pt>
                <c:pt idx="225">
                  <c:v>709.6</c:v>
                </c:pt>
                <c:pt idx="226">
                  <c:v>709.68</c:v>
                </c:pt>
                <c:pt idx="227">
                  <c:v>709.515</c:v>
                </c:pt>
                <c:pt idx="228">
                  <c:v>709.515</c:v>
                </c:pt>
                <c:pt idx="229">
                  <c:v>709.54</c:v>
                </c:pt>
                <c:pt idx="230">
                  <c:v>709.565</c:v>
                </c:pt>
                <c:pt idx="231">
                  <c:v>709.55</c:v>
                </c:pt>
                <c:pt idx="232">
                  <c:v>709.62</c:v>
                </c:pt>
                <c:pt idx="233">
                  <c:v>709.58</c:v>
                </c:pt>
                <c:pt idx="234">
                  <c:v>709.45</c:v>
                </c:pt>
                <c:pt idx="235">
                  <c:v>709.3</c:v>
                </c:pt>
                <c:pt idx="236">
                  <c:v>709.13</c:v>
                </c:pt>
                <c:pt idx="237">
                  <c:v>709.08</c:v>
                </c:pt>
                <c:pt idx="238">
                  <c:v>709.02</c:v>
                </c:pt>
                <c:pt idx="239">
                  <c:v>708.84</c:v>
                </c:pt>
                <c:pt idx="240">
                  <c:v>708.88</c:v>
                </c:pt>
                <c:pt idx="241">
                  <c:v>709.07</c:v>
                </c:pt>
                <c:pt idx="242">
                  <c:v>709.16</c:v>
                </c:pt>
                <c:pt idx="243">
                  <c:v>709.34</c:v>
                </c:pt>
                <c:pt idx="244">
                  <c:v>709.16</c:v>
                </c:pt>
                <c:pt idx="245">
                  <c:v>709.16</c:v>
                </c:pt>
                <c:pt idx="246">
                  <c:v>709.04</c:v>
                </c:pt>
                <c:pt idx="247">
                  <c:v>709.16</c:v>
                </c:pt>
                <c:pt idx="248">
                  <c:v>709.26</c:v>
                </c:pt>
                <c:pt idx="249">
                  <c:v>709.42</c:v>
                </c:pt>
                <c:pt idx="250">
                  <c:v>709.39</c:v>
                </c:pt>
                <c:pt idx="251">
                  <c:v>709.44</c:v>
                </c:pt>
                <c:pt idx="252">
                  <c:v>709.78</c:v>
                </c:pt>
                <c:pt idx="253">
                  <c:v>709.74</c:v>
                </c:pt>
                <c:pt idx="254">
                  <c:v>710.1</c:v>
                </c:pt>
                <c:pt idx="255">
                  <c:v>709.955</c:v>
                </c:pt>
                <c:pt idx="256">
                  <c:v>709.705</c:v>
                </c:pt>
                <c:pt idx="257">
                  <c:v>708.96</c:v>
                </c:pt>
                <c:pt idx="258">
                  <c:v>709.72</c:v>
                </c:pt>
                <c:pt idx="259">
                  <c:v>710.005</c:v>
                </c:pt>
                <c:pt idx="260">
                  <c:v>711.09</c:v>
                </c:pt>
                <c:pt idx="261">
                  <c:v>711.12</c:v>
                </c:pt>
                <c:pt idx="262">
                  <c:v>711.14</c:v>
                </c:pt>
                <c:pt idx="263">
                  <c:v>711.09</c:v>
                </c:pt>
                <c:pt idx="264">
                  <c:v>711.11</c:v>
                </c:pt>
                <c:pt idx="265">
                  <c:v>710.75</c:v>
                </c:pt>
                <c:pt idx="266">
                  <c:v>710.265</c:v>
                </c:pt>
                <c:pt idx="267">
                  <c:v>710.215</c:v>
                </c:pt>
                <c:pt idx="268">
                  <c:v>709.97</c:v>
                </c:pt>
                <c:pt idx="269">
                  <c:v>710.19</c:v>
                </c:pt>
                <c:pt idx="270">
                  <c:v>709.905</c:v>
                </c:pt>
                <c:pt idx="271">
                  <c:v>709.935</c:v>
                </c:pt>
                <c:pt idx="272">
                  <c:v>709.85</c:v>
                </c:pt>
                <c:pt idx="273">
                  <c:v>709.93</c:v>
                </c:pt>
                <c:pt idx="274">
                  <c:v>709.97</c:v>
                </c:pt>
                <c:pt idx="275">
                  <c:v>709.915</c:v>
                </c:pt>
                <c:pt idx="276">
                  <c:v>709.62</c:v>
                </c:pt>
                <c:pt idx="277">
                  <c:v>709.87</c:v>
                </c:pt>
                <c:pt idx="278">
                  <c:v>710.2</c:v>
                </c:pt>
                <c:pt idx="279">
                  <c:v>709.88</c:v>
                </c:pt>
                <c:pt idx="280">
                  <c:v>709.965</c:v>
                </c:pt>
                <c:pt idx="281">
                  <c:v>709.365</c:v>
                </c:pt>
                <c:pt idx="282">
                  <c:v>709.405</c:v>
                </c:pt>
                <c:pt idx="283">
                  <c:v>708.7</c:v>
                </c:pt>
                <c:pt idx="284">
                  <c:v>708.82</c:v>
                </c:pt>
                <c:pt idx="285">
                  <c:v>709.715</c:v>
                </c:pt>
                <c:pt idx="286">
                  <c:v>709.33</c:v>
                </c:pt>
                <c:pt idx="287">
                  <c:v>708.93</c:v>
                </c:pt>
                <c:pt idx="288">
                  <c:v>707.98</c:v>
                </c:pt>
                <c:pt idx="289">
                  <c:v>707.89</c:v>
                </c:pt>
                <c:pt idx="290">
                  <c:v>707.8</c:v>
                </c:pt>
                <c:pt idx="291">
                  <c:v>706.86</c:v>
                </c:pt>
                <c:pt idx="292">
                  <c:v>705.92</c:v>
                </c:pt>
                <c:pt idx="293">
                  <c:v>706.475</c:v>
                </c:pt>
                <c:pt idx="294">
                  <c:v>707.555</c:v>
                </c:pt>
                <c:pt idx="295">
                  <c:v>707.76</c:v>
                </c:pt>
                <c:pt idx="296">
                  <c:v>708.72</c:v>
                </c:pt>
                <c:pt idx="297">
                  <c:v>709.37</c:v>
                </c:pt>
                <c:pt idx="298">
                  <c:v>710.34</c:v>
                </c:pt>
                <c:pt idx="299">
                  <c:v>710.33</c:v>
                </c:pt>
                <c:pt idx="300">
                  <c:v>709.3</c:v>
                </c:pt>
                <c:pt idx="301">
                  <c:v>709.68</c:v>
                </c:pt>
                <c:pt idx="302">
                  <c:v>709.07</c:v>
                </c:pt>
                <c:pt idx="303">
                  <c:v>708.44</c:v>
                </c:pt>
                <c:pt idx="304">
                  <c:v>708.37</c:v>
                </c:pt>
                <c:pt idx="305">
                  <c:v>708.075</c:v>
                </c:pt>
                <c:pt idx="306">
                  <c:v>707.4</c:v>
                </c:pt>
                <c:pt idx="307">
                  <c:v>707.49</c:v>
                </c:pt>
                <c:pt idx="308">
                  <c:v>706.93</c:v>
                </c:pt>
                <c:pt idx="309">
                  <c:v>706.15</c:v>
                </c:pt>
                <c:pt idx="310">
                  <c:v>705.83</c:v>
                </c:pt>
                <c:pt idx="311">
                  <c:v>706.18</c:v>
                </c:pt>
                <c:pt idx="312">
                  <c:v>704.96</c:v>
                </c:pt>
                <c:pt idx="313">
                  <c:v>704.57</c:v>
                </c:pt>
                <c:pt idx="314">
                  <c:v>704.78</c:v>
                </c:pt>
                <c:pt idx="315">
                  <c:v>704.075</c:v>
                </c:pt>
                <c:pt idx="316">
                  <c:v>705.41</c:v>
                </c:pt>
                <c:pt idx="317">
                  <c:v>704.97</c:v>
                </c:pt>
                <c:pt idx="318">
                  <c:v>704.905</c:v>
                </c:pt>
                <c:pt idx="319">
                  <c:v>705.775</c:v>
                </c:pt>
                <c:pt idx="320">
                  <c:v>705.22</c:v>
                </c:pt>
                <c:pt idx="321">
                  <c:v>705.13</c:v>
                </c:pt>
                <c:pt idx="322">
                  <c:v>705.08</c:v>
                </c:pt>
                <c:pt idx="323">
                  <c:v>704.37</c:v>
                </c:pt>
                <c:pt idx="324">
                  <c:v>703.74</c:v>
                </c:pt>
                <c:pt idx="325">
                  <c:v>703.755</c:v>
                </c:pt>
                <c:pt idx="326">
                  <c:v>702.73</c:v>
                </c:pt>
                <c:pt idx="327">
                  <c:v>702.25</c:v>
                </c:pt>
                <c:pt idx="328">
                  <c:v>702.065</c:v>
                </c:pt>
                <c:pt idx="329">
                  <c:v>701.47</c:v>
                </c:pt>
                <c:pt idx="330">
                  <c:v>701.79</c:v>
                </c:pt>
                <c:pt idx="331">
                  <c:v>701.87</c:v>
                </c:pt>
                <c:pt idx="332">
                  <c:v>701.71</c:v>
                </c:pt>
                <c:pt idx="333">
                  <c:v>702.05</c:v>
                </c:pt>
                <c:pt idx="334">
                  <c:v>701.58</c:v>
                </c:pt>
                <c:pt idx="335">
                  <c:v>700.93</c:v>
                </c:pt>
                <c:pt idx="336">
                  <c:v>701.07</c:v>
                </c:pt>
                <c:pt idx="337">
                  <c:v>701.23</c:v>
                </c:pt>
                <c:pt idx="338">
                  <c:v>700.95</c:v>
                </c:pt>
                <c:pt idx="339">
                  <c:v>701.22</c:v>
                </c:pt>
                <c:pt idx="340">
                  <c:v>701.43</c:v>
                </c:pt>
                <c:pt idx="341">
                  <c:v>700.69</c:v>
                </c:pt>
                <c:pt idx="342">
                  <c:v>700.19</c:v>
                </c:pt>
                <c:pt idx="343">
                  <c:v>700.65</c:v>
                </c:pt>
                <c:pt idx="344">
                  <c:v>700.76</c:v>
                </c:pt>
                <c:pt idx="345">
                  <c:v>701.965</c:v>
                </c:pt>
                <c:pt idx="346">
                  <c:v>702.18</c:v>
                </c:pt>
                <c:pt idx="347">
                  <c:v>702.185</c:v>
                </c:pt>
                <c:pt idx="348">
                  <c:v>702.72</c:v>
                </c:pt>
                <c:pt idx="349">
                  <c:v>702.9</c:v>
                </c:pt>
                <c:pt idx="350">
                  <c:v>703.37</c:v>
                </c:pt>
                <c:pt idx="351">
                  <c:v>703.29</c:v>
                </c:pt>
                <c:pt idx="352">
                  <c:v>702.17</c:v>
                </c:pt>
                <c:pt idx="353">
                  <c:v>702.965</c:v>
                </c:pt>
                <c:pt idx="354">
                  <c:v>702.87</c:v>
                </c:pt>
                <c:pt idx="355">
                  <c:v>703.22</c:v>
                </c:pt>
                <c:pt idx="356">
                  <c:v>703.29</c:v>
                </c:pt>
                <c:pt idx="357">
                  <c:v>702.46</c:v>
                </c:pt>
                <c:pt idx="358">
                  <c:v>702.68</c:v>
                </c:pt>
                <c:pt idx="359">
                  <c:v>702.95</c:v>
                </c:pt>
                <c:pt idx="360">
                  <c:v>702.895</c:v>
                </c:pt>
                <c:pt idx="361">
                  <c:v>703.845</c:v>
                </c:pt>
                <c:pt idx="362">
                  <c:v>703.825</c:v>
                </c:pt>
                <c:pt idx="363">
                  <c:v>704.07</c:v>
                </c:pt>
                <c:pt idx="364">
                  <c:v>704.2</c:v>
                </c:pt>
                <c:pt idx="365">
                  <c:v>704.11</c:v>
                </c:pt>
                <c:pt idx="366">
                  <c:v>704.53</c:v>
                </c:pt>
                <c:pt idx="367">
                  <c:v>704.135</c:v>
                </c:pt>
                <c:pt idx="368">
                  <c:v>704.34</c:v>
                </c:pt>
                <c:pt idx="369">
                  <c:v>703.915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upper band</c:v>
                </c:pt>
              </c:strCache>
            </c:strRef>
          </c:tx>
          <c:spPr>
            <a:ln w="22225">
              <a:solidFill>
                <a:srgbClr val="2E8B57"/>
              </a:solidFill>
            </a:ln>
          </c:spPr>
          <c:marker>
            <c:symbol val="none"/>
          </c:marker>
          <c:cat>
            <c:strRef>
              <c:f>Sheet1!$A$2:$A$371</c:f>
              <c:strCache>
                <c:ptCount val="370"/>
                <c:pt idx="0">
                  <c:v>09:42</c:v>
                </c:pt>
                <c:pt idx="1">
                  <c:v>09:43</c:v>
                </c:pt>
                <c:pt idx="2">
                  <c:v>09:44</c:v>
                </c:pt>
                <c:pt idx="3">
                  <c:v>09:45</c:v>
                </c:pt>
                <c:pt idx="4">
                  <c:v>09:46</c:v>
                </c:pt>
                <c:pt idx="5">
                  <c:v>09:47</c:v>
                </c:pt>
                <c:pt idx="6">
                  <c:v>09:48</c:v>
                </c:pt>
                <c:pt idx="7">
                  <c:v>09:49</c:v>
                </c:pt>
                <c:pt idx="8">
                  <c:v>09:50</c:v>
                </c:pt>
                <c:pt idx="9">
                  <c:v>09:51</c:v>
                </c:pt>
                <c:pt idx="10">
                  <c:v>09:52</c:v>
                </c:pt>
                <c:pt idx="11">
                  <c:v>09:53</c:v>
                </c:pt>
                <c:pt idx="12">
                  <c:v>09:55</c:v>
                </c:pt>
                <c:pt idx="13">
                  <c:v>09:56</c:v>
                </c:pt>
                <c:pt idx="14">
                  <c:v>09:57</c:v>
                </c:pt>
                <c:pt idx="15">
                  <c:v>09:58</c:v>
                </c:pt>
                <c:pt idx="16">
                  <c:v>09:59</c:v>
                </c:pt>
                <c:pt idx="17">
                  <c:v>10:02</c:v>
                </c:pt>
                <c:pt idx="18">
                  <c:v>10:03</c:v>
                </c:pt>
                <c:pt idx="19">
                  <c:v>10:04</c:v>
                </c:pt>
                <c:pt idx="20">
                  <c:v>10:05</c:v>
                </c:pt>
                <c:pt idx="21">
                  <c:v>10:06</c:v>
                </c:pt>
                <c:pt idx="22">
                  <c:v>10:07</c:v>
                </c:pt>
                <c:pt idx="23">
                  <c:v>10:08</c:v>
                </c:pt>
                <c:pt idx="24">
                  <c:v>10:09</c:v>
                </c:pt>
                <c:pt idx="25">
                  <c:v>10:10</c:v>
                </c:pt>
                <c:pt idx="26">
                  <c:v>10:11</c:v>
                </c:pt>
                <c:pt idx="27">
                  <c:v>10:12</c:v>
                </c:pt>
                <c:pt idx="28">
                  <c:v>10:13</c:v>
                </c:pt>
                <c:pt idx="29">
                  <c:v>10:14</c:v>
                </c:pt>
                <c:pt idx="30">
                  <c:v>10:15</c:v>
                </c:pt>
                <c:pt idx="31">
                  <c:v>10:16</c:v>
                </c:pt>
                <c:pt idx="32">
                  <c:v>10:17</c:v>
                </c:pt>
                <c:pt idx="33">
                  <c:v>10:18</c:v>
                </c:pt>
                <c:pt idx="34">
                  <c:v>10:19</c:v>
                </c:pt>
                <c:pt idx="35">
                  <c:v>10:20</c:v>
                </c:pt>
                <c:pt idx="36">
                  <c:v>10:21</c:v>
                </c:pt>
                <c:pt idx="37">
                  <c:v>10:22</c:v>
                </c:pt>
                <c:pt idx="38">
                  <c:v>10:23</c:v>
                </c:pt>
                <c:pt idx="39">
                  <c:v>10:24</c:v>
                </c:pt>
                <c:pt idx="40">
                  <c:v>10:25</c:v>
                </c:pt>
                <c:pt idx="41">
                  <c:v>10:26</c:v>
                </c:pt>
                <c:pt idx="42">
                  <c:v>10:27</c:v>
                </c:pt>
                <c:pt idx="43">
                  <c:v>10:28</c:v>
                </c:pt>
                <c:pt idx="44">
                  <c:v>10:29</c:v>
                </c:pt>
                <c:pt idx="45">
                  <c:v>10:30</c:v>
                </c:pt>
                <c:pt idx="46">
                  <c:v>10:31</c:v>
                </c:pt>
                <c:pt idx="47">
                  <c:v>10:32</c:v>
                </c:pt>
                <c:pt idx="48">
                  <c:v>10:33</c:v>
                </c:pt>
                <c:pt idx="49">
                  <c:v>10:34</c:v>
                </c:pt>
                <c:pt idx="50">
                  <c:v>10:35</c:v>
                </c:pt>
                <c:pt idx="51">
                  <c:v>10:36</c:v>
                </c:pt>
                <c:pt idx="52">
                  <c:v>10:37</c:v>
                </c:pt>
                <c:pt idx="53">
                  <c:v>10:38</c:v>
                </c:pt>
                <c:pt idx="54">
                  <c:v>10:39</c:v>
                </c:pt>
                <c:pt idx="55">
                  <c:v>10:40</c:v>
                </c:pt>
                <c:pt idx="56">
                  <c:v>10:41</c:v>
                </c:pt>
                <c:pt idx="57">
                  <c:v>10:42</c:v>
                </c:pt>
                <c:pt idx="58">
                  <c:v>10:43</c:v>
                </c:pt>
                <c:pt idx="59">
                  <c:v>10:44</c:v>
                </c:pt>
                <c:pt idx="60">
                  <c:v>10:45</c:v>
                </c:pt>
                <c:pt idx="61">
                  <c:v>10:46</c:v>
                </c:pt>
                <c:pt idx="62">
                  <c:v>10:47</c:v>
                </c:pt>
                <c:pt idx="63">
                  <c:v>10:48</c:v>
                </c:pt>
                <c:pt idx="64">
                  <c:v>10:49</c:v>
                </c:pt>
                <c:pt idx="65">
                  <c:v>10:50</c:v>
                </c:pt>
                <c:pt idx="66">
                  <c:v>10:51</c:v>
                </c:pt>
                <c:pt idx="67">
                  <c:v>10:52</c:v>
                </c:pt>
                <c:pt idx="68">
                  <c:v>10:53</c:v>
                </c:pt>
                <c:pt idx="69">
                  <c:v>10:54</c:v>
                </c:pt>
                <c:pt idx="70">
                  <c:v>10:55</c:v>
                </c:pt>
                <c:pt idx="71">
                  <c:v>10:56</c:v>
                </c:pt>
                <c:pt idx="72">
                  <c:v>10:57</c:v>
                </c:pt>
                <c:pt idx="73">
                  <c:v>10:58</c:v>
                </c:pt>
                <c:pt idx="74">
                  <c:v>10:59</c:v>
                </c:pt>
                <c:pt idx="75">
                  <c:v>11:00</c:v>
                </c:pt>
                <c:pt idx="76">
                  <c:v>11:01</c:v>
                </c:pt>
                <c:pt idx="77">
                  <c:v>11:02</c:v>
                </c:pt>
                <c:pt idx="78">
                  <c:v>11:03</c:v>
                </c:pt>
                <c:pt idx="79">
                  <c:v>11:04</c:v>
                </c:pt>
                <c:pt idx="80">
                  <c:v>11:05</c:v>
                </c:pt>
                <c:pt idx="81">
                  <c:v>11:06</c:v>
                </c:pt>
                <c:pt idx="82">
                  <c:v>11:07</c:v>
                </c:pt>
                <c:pt idx="83">
                  <c:v>11:08</c:v>
                </c:pt>
                <c:pt idx="84">
                  <c:v>11:09</c:v>
                </c:pt>
                <c:pt idx="85">
                  <c:v>11:10</c:v>
                </c:pt>
                <c:pt idx="86">
                  <c:v>11:11</c:v>
                </c:pt>
                <c:pt idx="87">
                  <c:v>11:12</c:v>
                </c:pt>
                <c:pt idx="88">
                  <c:v>11:13</c:v>
                </c:pt>
                <c:pt idx="89">
                  <c:v>11:14</c:v>
                </c:pt>
                <c:pt idx="90">
                  <c:v>11:15</c:v>
                </c:pt>
                <c:pt idx="91">
                  <c:v>11:16</c:v>
                </c:pt>
                <c:pt idx="92">
                  <c:v>11:17</c:v>
                </c:pt>
                <c:pt idx="93">
                  <c:v>11:18</c:v>
                </c:pt>
                <c:pt idx="94">
                  <c:v>11:19</c:v>
                </c:pt>
                <c:pt idx="95">
                  <c:v>11:20</c:v>
                </c:pt>
                <c:pt idx="96">
                  <c:v>11:21</c:v>
                </c:pt>
                <c:pt idx="97">
                  <c:v>11:22</c:v>
                </c:pt>
                <c:pt idx="98">
                  <c:v>11:23</c:v>
                </c:pt>
                <c:pt idx="99">
                  <c:v>11:24</c:v>
                </c:pt>
                <c:pt idx="100">
                  <c:v>11:25</c:v>
                </c:pt>
                <c:pt idx="101">
                  <c:v>11:26</c:v>
                </c:pt>
                <c:pt idx="102">
                  <c:v>11:27</c:v>
                </c:pt>
                <c:pt idx="103">
                  <c:v>11:28</c:v>
                </c:pt>
                <c:pt idx="104">
                  <c:v>11:29</c:v>
                </c:pt>
                <c:pt idx="105">
                  <c:v>11:30</c:v>
                </c:pt>
                <c:pt idx="106">
                  <c:v>11:31</c:v>
                </c:pt>
                <c:pt idx="107">
                  <c:v>11:32</c:v>
                </c:pt>
                <c:pt idx="108">
                  <c:v>11:33</c:v>
                </c:pt>
                <c:pt idx="109">
                  <c:v>11:34</c:v>
                </c:pt>
                <c:pt idx="110">
                  <c:v>11:35</c:v>
                </c:pt>
                <c:pt idx="111">
                  <c:v>11:36</c:v>
                </c:pt>
                <c:pt idx="112">
                  <c:v>11:37</c:v>
                </c:pt>
                <c:pt idx="113">
                  <c:v>11:38</c:v>
                </c:pt>
                <c:pt idx="114">
                  <c:v>11:39</c:v>
                </c:pt>
                <c:pt idx="115">
                  <c:v>11:40</c:v>
                </c:pt>
                <c:pt idx="116">
                  <c:v>11:41</c:v>
                </c:pt>
                <c:pt idx="117">
                  <c:v>11:42</c:v>
                </c:pt>
                <c:pt idx="118">
                  <c:v>11:43</c:v>
                </c:pt>
                <c:pt idx="119">
                  <c:v>11:44</c:v>
                </c:pt>
                <c:pt idx="120">
                  <c:v>11:45</c:v>
                </c:pt>
                <c:pt idx="121">
                  <c:v>11:46</c:v>
                </c:pt>
                <c:pt idx="122">
                  <c:v>11:47</c:v>
                </c:pt>
                <c:pt idx="123">
                  <c:v>11:48</c:v>
                </c:pt>
                <c:pt idx="124">
                  <c:v>11:49</c:v>
                </c:pt>
                <c:pt idx="125">
                  <c:v>11:50</c:v>
                </c:pt>
                <c:pt idx="126">
                  <c:v>11:51</c:v>
                </c:pt>
                <c:pt idx="127">
                  <c:v>11:52</c:v>
                </c:pt>
                <c:pt idx="128">
                  <c:v>11:53</c:v>
                </c:pt>
                <c:pt idx="129">
                  <c:v>11:54</c:v>
                </c:pt>
                <c:pt idx="130">
                  <c:v>11:55</c:v>
                </c:pt>
                <c:pt idx="131">
                  <c:v>11:56</c:v>
                </c:pt>
                <c:pt idx="132">
                  <c:v>11:57</c:v>
                </c:pt>
                <c:pt idx="133">
                  <c:v>11:58</c:v>
                </c:pt>
                <c:pt idx="134">
                  <c:v>11:59</c:v>
                </c:pt>
                <c:pt idx="135">
                  <c:v>12:00</c:v>
                </c:pt>
                <c:pt idx="136">
                  <c:v>12:01</c:v>
                </c:pt>
                <c:pt idx="137">
                  <c:v>12:02</c:v>
                </c:pt>
                <c:pt idx="138">
                  <c:v>12:03</c:v>
                </c:pt>
                <c:pt idx="139">
                  <c:v>12:04</c:v>
                </c:pt>
                <c:pt idx="140">
                  <c:v>12:05</c:v>
                </c:pt>
                <c:pt idx="141">
                  <c:v>12:06</c:v>
                </c:pt>
                <c:pt idx="142">
                  <c:v>12:07</c:v>
                </c:pt>
                <c:pt idx="143">
                  <c:v>12:08</c:v>
                </c:pt>
                <c:pt idx="144">
                  <c:v>12:09</c:v>
                </c:pt>
                <c:pt idx="145">
                  <c:v>12:10</c:v>
                </c:pt>
                <c:pt idx="146">
                  <c:v>12:11</c:v>
                </c:pt>
                <c:pt idx="147">
                  <c:v>12:12</c:v>
                </c:pt>
                <c:pt idx="148">
                  <c:v>12:13</c:v>
                </c:pt>
                <c:pt idx="149">
                  <c:v>12:14</c:v>
                </c:pt>
                <c:pt idx="150">
                  <c:v>12:15</c:v>
                </c:pt>
                <c:pt idx="151">
                  <c:v>12:16</c:v>
                </c:pt>
                <c:pt idx="152">
                  <c:v>12:17</c:v>
                </c:pt>
                <c:pt idx="153">
                  <c:v>12:18</c:v>
                </c:pt>
                <c:pt idx="154">
                  <c:v>12:19</c:v>
                </c:pt>
                <c:pt idx="155">
                  <c:v>12:20</c:v>
                </c:pt>
                <c:pt idx="156">
                  <c:v>12:21</c:v>
                </c:pt>
                <c:pt idx="157">
                  <c:v>12:22</c:v>
                </c:pt>
                <c:pt idx="158">
                  <c:v>12:23</c:v>
                </c:pt>
                <c:pt idx="159">
                  <c:v>12:24</c:v>
                </c:pt>
                <c:pt idx="160">
                  <c:v>12:25</c:v>
                </c:pt>
                <c:pt idx="161">
                  <c:v>12:26</c:v>
                </c:pt>
                <c:pt idx="162">
                  <c:v>12:27</c:v>
                </c:pt>
                <c:pt idx="163">
                  <c:v>12:28</c:v>
                </c:pt>
                <c:pt idx="164">
                  <c:v>12:29</c:v>
                </c:pt>
                <c:pt idx="165">
                  <c:v>12:30</c:v>
                </c:pt>
                <c:pt idx="166">
                  <c:v>12:31</c:v>
                </c:pt>
                <c:pt idx="167">
                  <c:v>12:32</c:v>
                </c:pt>
                <c:pt idx="168">
                  <c:v>12:33</c:v>
                </c:pt>
                <c:pt idx="169">
                  <c:v>12:34</c:v>
                </c:pt>
                <c:pt idx="170">
                  <c:v>12:35</c:v>
                </c:pt>
                <c:pt idx="171">
                  <c:v>12:36</c:v>
                </c:pt>
                <c:pt idx="172">
                  <c:v>12:37</c:v>
                </c:pt>
                <c:pt idx="173">
                  <c:v>12:38</c:v>
                </c:pt>
                <c:pt idx="174">
                  <c:v>12:39</c:v>
                </c:pt>
                <c:pt idx="175">
                  <c:v>12:40</c:v>
                </c:pt>
                <c:pt idx="176">
                  <c:v>12:41</c:v>
                </c:pt>
                <c:pt idx="177">
                  <c:v>12:42</c:v>
                </c:pt>
                <c:pt idx="178">
                  <c:v>12:43</c:v>
                </c:pt>
                <c:pt idx="179">
                  <c:v>12:44</c:v>
                </c:pt>
                <c:pt idx="180">
                  <c:v>12:45</c:v>
                </c:pt>
                <c:pt idx="181">
                  <c:v>12:46</c:v>
                </c:pt>
                <c:pt idx="182">
                  <c:v>12:47</c:v>
                </c:pt>
                <c:pt idx="183">
                  <c:v>12:48</c:v>
                </c:pt>
                <c:pt idx="184">
                  <c:v>12:49</c:v>
                </c:pt>
                <c:pt idx="185">
                  <c:v>12:50</c:v>
                </c:pt>
                <c:pt idx="186">
                  <c:v>12:51</c:v>
                </c:pt>
                <c:pt idx="187">
                  <c:v>12:52</c:v>
                </c:pt>
                <c:pt idx="188">
                  <c:v>12:53</c:v>
                </c:pt>
                <c:pt idx="189">
                  <c:v>12:54</c:v>
                </c:pt>
                <c:pt idx="190">
                  <c:v>12:55</c:v>
                </c:pt>
                <c:pt idx="191">
                  <c:v>12:56</c:v>
                </c:pt>
                <c:pt idx="192">
                  <c:v>12:57</c:v>
                </c:pt>
                <c:pt idx="193">
                  <c:v>12:58</c:v>
                </c:pt>
                <c:pt idx="194">
                  <c:v>12:59</c:v>
                </c:pt>
                <c:pt idx="195">
                  <c:v>13:00</c:v>
                </c:pt>
                <c:pt idx="196">
                  <c:v>13:01</c:v>
                </c:pt>
                <c:pt idx="197">
                  <c:v>13:02</c:v>
                </c:pt>
                <c:pt idx="198">
                  <c:v>13:03</c:v>
                </c:pt>
                <c:pt idx="199">
                  <c:v>13:04</c:v>
                </c:pt>
                <c:pt idx="200">
                  <c:v>13:05</c:v>
                </c:pt>
                <c:pt idx="201">
                  <c:v>13:06</c:v>
                </c:pt>
                <c:pt idx="202">
                  <c:v>13:07</c:v>
                </c:pt>
                <c:pt idx="203">
                  <c:v>13:08</c:v>
                </c:pt>
                <c:pt idx="204">
                  <c:v>13:09</c:v>
                </c:pt>
                <c:pt idx="205">
                  <c:v>13:10</c:v>
                </c:pt>
                <c:pt idx="206">
                  <c:v>13:11</c:v>
                </c:pt>
                <c:pt idx="207">
                  <c:v>13:12</c:v>
                </c:pt>
                <c:pt idx="208">
                  <c:v>13:13</c:v>
                </c:pt>
                <c:pt idx="209">
                  <c:v>13:14</c:v>
                </c:pt>
                <c:pt idx="210">
                  <c:v>13:15</c:v>
                </c:pt>
                <c:pt idx="211">
                  <c:v>13:16</c:v>
                </c:pt>
                <c:pt idx="212">
                  <c:v>13:17</c:v>
                </c:pt>
                <c:pt idx="213">
                  <c:v>13:18</c:v>
                </c:pt>
                <c:pt idx="214">
                  <c:v>13:19</c:v>
                </c:pt>
                <c:pt idx="215">
                  <c:v>13:20</c:v>
                </c:pt>
                <c:pt idx="216">
                  <c:v>13:21</c:v>
                </c:pt>
                <c:pt idx="217">
                  <c:v>13:22</c:v>
                </c:pt>
                <c:pt idx="218">
                  <c:v>13:23</c:v>
                </c:pt>
                <c:pt idx="219">
                  <c:v>13:24</c:v>
                </c:pt>
                <c:pt idx="220">
                  <c:v>13:25</c:v>
                </c:pt>
                <c:pt idx="221">
                  <c:v>13:26</c:v>
                </c:pt>
                <c:pt idx="222">
                  <c:v>13:27</c:v>
                </c:pt>
                <c:pt idx="223">
                  <c:v>13:28</c:v>
                </c:pt>
                <c:pt idx="224">
                  <c:v>13:29</c:v>
                </c:pt>
                <c:pt idx="225">
                  <c:v>13:30</c:v>
                </c:pt>
                <c:pt idx="226">
                  <c:v>13:31</c:v>
                </c:pt>
                <c:pt idx="227">
                  <c:v>13:32</c:v>
                </c:pt>
                <c:pt idx="228">
                  <c:v>13:33</c:v>
                </c:pt>
                <c:pt idx="229">
                  <c:v>13:34</c:v>
                </c:pt>
                <c:pt idx="230">
                  <c:v>13:35</c:v>
                </c:pt>
                <c:pt idx="231">
                  <c:v>13:36</c:v>
                </c:pt>
                <c:pt idx="232">
                  <c:v>13:37</c:v>
                </c:pt>
                <c:pt idx="233">
                  <c:v>13:38</c:v>
                </c:pt>
                <c:pt idx="234">
                  <c:v>13:39</c:v>
                </c:pt>
                <c:pt idx="235">
                  <c:v>13:40</c:v>
                </c:pt>
                <c:pt idx="236">
                  <c:v>13:41</c:v>
                </c:pt>
                <c:pt idx="237">
                  <c:v>13:42</c:v>
                </c:pt>
                <c:pt idx="238">
                  <c:v>13:43</c:v>
                </c:pt>
                <c:pt idx="239">
                  <c:v>13:44</c:v>
                </c:pt>
                <c:pt idx="240">
                  <c:v>13:45</c:v>
                </c:pt>
                <c:pt idx="241">
                  <c:v>13:46</c:v>
                </c:pt>
                <c:pt idx="242">
                  <c:v>13:47</c:v>
                </c:pt>
                <c:pt idx="243">
                  <c:v>13:48</c:v>
                </c:pt>
                <c:pt idx="244">
                  <c:v>13:49</c:v>
                </c:pt>
                <c:pt idx="245">
                  <c:v>13:50</c:v>
                </c:pt>
                <c:pt idx="246">
                  <c:v>13:51</c:v>
                </c:pt>
                <c:pt idx="247">
                  <c:v>13:52</c:v>
                </c:pt>
                <c:pt idx="248">
                  <c:v>13:53</c:v>
                </c:pt>
                <c:pt idx="249">
                  <c:v>13:54</c:v>
                </c:pt>
                <c:pt idx="250">
                  <c:v>13:55</c:v>
                </c:pt>
                <c:pt idx="251">
                  <c:v>13:56</c:v>
                </c:pt>
                <c:pt idx="252">
                  <c:v>13:57</c:v>
                </c:pt>
                <c:pt idx="253">
                  <c:v>13:58</c:v>
                </c:pt>
                <c:pt idx="254">
                  <c:v>13:59</c:v>
                </c:pt>
                <c:pt idx="255">
                  <c:v>14:00</c:v>
                </c:pt>
                <c:pt idx="256">
                  <c:v>14:01</c:v>
                </c:pt>
                <c:pt idx="257">
                  <c:v>14:02</c:v>
                </c:pt>
                <c:pt idx="258">
                  <c:v>14:03</c:v>
                </c:pt>
                <c:pt idx="259">
                  <c:v>14:04</c:v>
                </c:pt>
                <c:pt idx="260">
                  <c:v>14:05</c:v>
                </c:pt>
                <c:pt idx="261">
                  <c:v>14:06</c:v>
                </c:pt>
                <c:pt idx="262">
                  <c:v>14:07</c:v>
                </c:pt>
                <c:pt idx="263">
                  <c:v>14:08</c:v>
                </c:pt>
                <c:pt idx="264">
                  <c:v>14:09</c:v>
                </c:pt>
                <c:pt idx="265">
                  <c:v>14:10</c:v>
                </c:pt>
                <c:pt idx="266">
                  <c:v>14:11</c:v>
                </c:pt>
                <c:pt idx="267">
                  <c:v>14:12</c:v>
                </c:pt>
                <c:pt idx="268">
                  <c:v>14:13</c:v>
                </c:pt>
                <c:pt idx="269">
                  <c:v>14:14</c:v>
                </c:pt>
                <c:pt idx="270">
                  <c:v>14:15</c:v>
                </c:pt>
                <c:pt idx="271">
                  <c:v>14:16</c:v>
                </c:pt>
                <c:pt idx="272">
                  <c:v>14:17</c:v>
                </c:pt>
                <c:pt idx="273">
                  <c:v>14:18</c:v>
                </c:pt>
                <c:pt idx="274">
                  <c:v>14:19</c:v>
                </c:pt>
                <c:pt idx="275">
                  <c:v>14:20</c:v>
                </c:pt>
                <c:pt idx="276">
                  <c:v>14:21</c:v>
                </c:pt>
                <c:pt idx="277">
                  <c:v>14:22</c:v>
                </c:pt>
                <c:pt idx="278">
                  <c:v>14:23</c:v>
                </c:pt>
                <c:pt idx="279">
                  <c:v>14:24</c:v>
                </c:pt>
                <c:pt idx="280">
                  <c:v>14:25</c:v>
                </c:pt>
                <c:pt idx="281">
                  <c:v>14:26</c:v>
                </c:pt>
                <c:pt idx="282">
                  <c:v>14:27</c:v>
                </c:pt>
                <c:pt idx="283">
                  <c:v>14:28</c:v>
                </c:pt>
                <c:pt idx="284">
                  <c:v>14:29</c:v>
                </c:pt>
                <c:pt idx="285">
                  <c:v>14:30</c:v>
                </c:pt>
                <c:pt idx="286">
                  <c:v>14:31</c:v>
                </c:pt>
                <c:pt idx="287">
                  <c:v>14:32</c:v>
                </c:pt>
                <c:pt idx="288">
                  <c:v>14:33</c:v>
                </c:pt>
                <c:pt idx="289">
                  <c:v>14:34</c:v>
                </c:pt>
                <c:pt idx="290">
                  <c:v>14:35</c:v>
                </c:pt>
                <c:pt idx="291">
                  <c:v>14:36</c:v>
                </c:pt>
                <c:pt idx="292">
                  <c:v>14:37</c:v>
                </c:pt>
                <c:pt idx="293">
                  <c:v>14:38</c:v>
                </c:pt>
                <c:pt idx="294">
                  <c:v>14:39</c:v>
                </c:pt>
                <c:pt idx="295">
                  <c:v>14:40</c:v>
                </c:pt>
                <c:pt idx="296">
                  <c:v>14:41</c:v>
                </c:pt>
                <c:pt idx="297">
                  <c:v>14:42</c:v>
                </c:pt>
                <c:pt idx="298">
                  <c:v>14:43</c:v>
                </c:pt>
                <c:pt idx="299">
                  <c:v>14:44</c:v>
                </c:pt>
                <c:pt idx="300">
                  <c:v>14:45</c:v>
                </c:pt>
                <c:pt idx="301">
                  <c:v>14:46</c:v>
                </c:pt>
                <c:pt idx="302">
                  <c:v>14:47</c:v>
                </c:pt>
                <c:pt idx="303">
                  <c:v>14:48</c:v>
                </c:pt>
                <c:pt idx="304">
                  <c:v>14:49</c:v>
                </c:pt>
                <c:pt idx="305">
                  <c:v>14:50</c:v>
                </c:pt>
                <c:pt idx="306">
                  <c:v>14:51</c:v>
                </c:pt>
                <c:pt idx="307">
                  <c:v>14:52</c:v>
                </c:pt>
                <c:pt idx="308">
                  <c:v>14:53</c:v>
                </c:pt>
                <c:pt idx="309">
                  <c:v>14:54</c:v>
                </c:pt>
                <c:pt idx="310">
                  <c:v>14:55</c:v>
                </c:pt>
                <c:pt idx="311">
                  <c:v>14:56</c:v>
                </c:pt>
                <c:pt idx="312">
                  <c:v>14:57</c:v>
                </c:pt>
                <c:pt idx="313">
                  <c:v>14:58</c:v>
                </c:pt>
                <c:pt idx="314">
                  <c:v>14:59</c:v>
                </c:pt>
                <c:pt idx="315">
                  <c:v>15:00</c:v>
                </c:pt>
                <c:pt idx="316">
                  <c:v>15:01</c:v>
                </c:pt>
                <c:pt idx="317">
                  <c:v>15:02</c:v>
                </c:pt>
                <c:pt idx="318">
                  <c:v>15:03</c:v>
                </c:pt>
                <c:pt idx="319">
                  <c:v>15:04</c:v>
                </c:pt>
                <c:pt idx="320">
                  <c:v>15:05</c:v>
                </c:pt>
                <c:pt idx="321">
                  <c:v>15:06</c:v>
                </c:pt>
                <c:pt idx="322">
                  <c:v>15:07</c:v>
                </c:pt>
                <c:pt idx="323">
                  <c:v>15:08</c:v>
                </c:pt>
                <c:pt idx="324">
                  <c:v>15:09</c:v>
                </c:pt>
                <c:pt idx="325">
                  <c:v>15:10</c:v>
                </c:pt>
                <c:pt idx="326">
                  <c:v>15:11</c:v>
                </c:pt>
                <c:pt idx="327">
                  <c:v>15:12</c:v>
                </c:pt>
                <c:pt idx="328">
                  <c:v>15:13</c:v>
                </c:pt>
                <c:pt idx="329">
                  <c:v>15:14</c:v>
                </c:pt>
                <c:pt idx="330">
                  <c:v>15:15</c:v>
                </c:pt>
                <c:pt idx="331">
                  <c:v>15:16</c:v>
                </c:pt>
                <c:pt idx="332">
                  <c:v>15:17</c:v>
                </c:pt>
                <c:pt idx="333">
                  <c:v>15:18</c:v>
                </c:pt>
                <c:pt idx="334">
                  <c:v>15:19</c:v>
                </c:pt>
                <c:pt idx="335">
                  <c:v>15:20</c:v>
                </c:pt>
                <c:pt idx="336">
                  <c:v>15:21</c:v>
                </c:pt>
                <c:pt idx="337">
                  <c:v>15:22</c:v>
                </c:pt>
                <c:pt idx="338">
                  <c:v>15:23</c:v>
                </c:pt>
                <c:pt idx="339">
                  <c:v>15:24</c:v>
                </c:pt>
                <c:pt idx="340">
                  <c:v>15:25</c:v>
                </c:pt>
                <c:pt idx="341">
                  <c:v>15:26</c:v>
                </c:pt>
                <c:pt idx="342">
                  <c:v>15:27</c:v>
                </c:pt>
                <c:pt idx="343">
                  <c:v>15:28</c:v>
                </c:pt>
                <c:pt idx="344">
                  <c:v>15:29</c:v>
                </c:pt>
                <c:pt idx="345">
                  <c:v>15:30</c:v>
                </c:pt>
                <c:pt idx="346">
                  <c:v>15:31</c:v>
                </c:pt>
                <c:pt idx="347">
                  <c:v>15:32</c:v>
                </c:pt>
                <c:pt idx="348">
                  <c:v>15:33</c:v>
                </c:pt>
                <c:pt idx="349">
                  <c:v>15:34</c:v>
                </c:pt>
                <c:pt idx="350">
                  <c:v>15:35</c:v>
                </c:pt>
                <c:pt idx="351">
                  <c:v>15:36</c:v>
                </c:pt>
                <c:pt idx="352">
                  <c:v>15:37</c:v>
                </c:pt>
                <c:pt idx="353">
                  <c:v>15:38</c:v>
                </c:pt>
                <c:pt idx="354">
                  <c:v>15:39</c:v>
                </c:pt>
                <c:pt idx="355">
                  <c:v>15:40</c:v>
                </c:pt>
                <c:pt idx="356">
                  <c:v>15:41</c:v>
                </c:pt>
                <c:pt idx="357">
                  <c:v>15:42</c:v>
                </c:pt>
                <c:pt idx="358">
                  <c:v>15:43</c:v>
                </c:pt>
                <c:pt idx="359">
                  <c:v>15:44</c:v>
                </c:pt>
                <c:pt idx="360">
                  <c:v>15:45</c:v>
                </c:pt>
                <c:pt idx="361">
                  <c:v>15:46</c:v>
                </c:pt>
                <c:pt idx="362">
                  <c:v>15:47</c:v>
                </c:pt>
                <c:pt idx="363">
                  <c:v>15:48</c:v>
                </c:pt>
                <c:pt idx="364">
                  <c:v>15:49</c:v>
                </c:pt>
                <c:pt idx="365">
                  <c:v>15:50</c:v>
                </c:pt>
                <c:pt idx="366">
                  <c:v>15:51</c:v>
                </c:pt>
                <c:pt idx="367">
                  <c:v>15:52</c:v>
                </c:pt>
                <c:pt idx="368">
                  <c:v>15:53</c:v>
                </c:pt>
                <c:pt idx="369">
                  <c:v>15:54</c:v>
                </c:pt>
              </c:strCache>
            </c:strRef>
          </c:cat>
          <c:val>
            <c:numRef>
              <c:f>Sheet1!$C$2:$C$371</c:f>
              <c:numCache>
                <c:formatCode>General</c:formatCode>
                <c:ptCount val="370"/>
                <c:pt idx="0">
                  <c:v>709.1103744213676</c:v>
                </c:pt>
                <c:pt idx="1">
                  <c:v>709.1714713062393</c:v>
                </c:pt>
                <c:pt idx="2">
                  <c:v>709.2938016905416</c:v>
                </c:pt>
                <c:pt idx="3">
                  <c:v>709.2092429442158</c:v>
                </c:pt>
                <c:pt idx="4">
                  <c:v>709.3396684226725</c:v>
                </c:pt>
                <c:pt idx="5">
                  <c:v>709.349994723629</c:v>
                </c:pt>
                <c:pt idx="6">
                  <c:v>709.3444573917308</c:v>
                </c:pt>
                <c:pt idx="7">
                  <c:v>709.445695412807</c:v>
                </c:pt>
                <c:pt idx="8">
                  <c:v>709.3156849388951</c:v>
                </c:pt>
                <c:pt idx="9">
                  <c:v>709.2598710145804</c:v>
                </c:pt>
                <c:pt idx="10">
                  <c:v>709.309639795079</c:v>
                </c:pt>
                <c:pt idx="11">
                  <c:v>709.4249101941624</c:v>
                </c:pt>
                <c:pt idx="12">
                  <c:v>709.3663223311419</c:v>
                </c:pt>
                <c:pt idx="13">
                  <c:v>709.4031247375171</c:v>
                </c:pt>
                <c:pt idx="14">
                  <c:v>709.473511473105</c:v>
                </c:pt>
                <c:pt idx="15">
                  <c:v>709.5404731110099</c:v>
                </c:pt>
                <c:pt idx="16">
                  <c:v>709.4843049817379</c:v>
                </c:pt>
                <c:pt idx="17">
                  <c:v>709.4843049817379</c:v>
                </c:pt>
                <c:pt idx="18">
                  <c:v>709.5591455547649</c:v>
                </c:pt>
                <c:pt idx="19">
                  <c:v>709.4351903891936</c:v>
                </c:pt>
                <c:pt idx="20">
                  <c:v>709.5188772521165</c:v>
                </c:pt>
                <c:pt idx="21">
                  <c:v>709.7155688832747</c:v>
                </c:pt>
                <c:pt idx="22">
                  <c:v>709.6113410356292</c:v>
                </c:pt>
                <c:pt idx="23">
                  <c:v>709.5202564380158</c:v>
                </c:pt>
                <c:pt idx="24">
                  <c:v>709.5997757498669</c:v>
                </c:pt>
                <c:pt idx="25">
                  <c:v>709.6451122510554</c:v>
                </c:pt>
                <c:pt idx="26">
                  <c:v>709.6706341235888</c:v>
                </c:pt>
                <c:pt idx="27">
                  <c:v>709.6235048400044</c:v>
                </c:pt>
                <c:pt idx="28">
                  <c:v>709.8000371889452</c:v>
                </c:pt>
                <c:pt idx="29">
                  <c:v>709.7606423571902</c:v>
                </c:pt>
                <c:pt idx="30">
                  <c:v>709.7312148501346</c:v>
                </c:pt>
                <c:pt idx="31">
                  <c:v>709.5785740949517</c:v>
                </c:pt>
                <c:pt idx="32">
                  <c:v>709.5586791732327</c:v>
                </c:pt>
                <c:pt idx="33">
                  <c:v>709.4891735347162</c:v>
                </c:pt>
                <c:pt idx="34">
                  <c:v>709.50832115299</c:v>
                </c:pt>
                <c:pt idx="35">
                  <c:v>709.482579228583</c:v>
                </c:pt>
                <c:pt idx="36">
                  <c:v>709.47443728199</c:v>
                </c:pt>
                <c:pt idx="37">
                  <c:v>709.6644897670853</c:v>
                </c:pt>
                <c:pt idx="38">
                  <c:v>709.6293954325026</c:v>
                </c:pt>
                <c:pt idx="39">
                  <c:v>709.587268109745</c:v>
                </c:pt>
                <c:pt idx="40">
                  <c:v>709.5952150377057</c:v>
                </c:pt>
                <c:pt idx="41">
                  <c:v>709.6322262691605</c:v>
                </c:pt>
                <c:pt idx="42">
                  <c:v>709.6798015760968</c:v>
                </c:pt>
                <c:pt idx="43">
                  <c:v>709.6587239872231</c:v>
                </c:pt>
                <c:pt idx="44">
                  <c:v>709.6922078638934</c:v>
                </c:pt>
                <c:pt idx="45">
                  <c:v>709.7169444735525</c:v>
                </c:pt>
                <c:pt idx="46">
                  <c:v>709.6716928719937</c:v>
                </c:pt>
                <c:pt idx="47">
                  <c:v>709.6416538917334</c:v>
                </c:pt>
                <c:pt idx="48">
                  <c:v>709.7075734816</c:v>
                </c:pt>
                <c:pt idx="49">
                  <c:v>709.7367568253128</c:v>
                </c:pt>
                <c:pt idx="50">
                  <c:v>709.7304206187476</c:v>
                </c:pt>
                <c:pt idx="51">
                  <c:v>709.731725575543</c:v>
                </c:pt>
                <c:pt idx="52">
                  <c:v>709.7775188362378</c:v>
                </c:pt>
                <c:pt idx="53">
                  <c:v>709.7346072798222</c:v>
                </c:pt>
                <c:pt idx="54">
                  <c:v>709.6822429141689</c:v>
                </c:pt>
                <c:pt idx="55">
                  <c:v>709.7757301442983</c:v>
                </c:pt>
                <c:pt idx="56">
                  <c:v>709.7483715106363</c:v>
                </c:pt>
                <c:pt idx="57">
                  <c:v>709.7831488944568</c:v>
                </c:pt>
                <c:pt idx="58">
                  <c:v>709.8525053898602</c:v>
                </c:pt>
                <c:pt idx="59">
                  <c:v>709.9460599844405</c:v>
                </c:pt>
                <c:pt idx="60">
                  <c:v>709.9229563499898</c:v>
                </c:pt>
                <c:pt idx="61">
                  <c:v>709.9996741256626</c:v>
                </c:pt>
                <c:pt idx="62">
                  <c:v>710.0199415042845</c:v>
                </c:pt>
                <c:pt idx="63">
                  <c:v>710.1295666189297</c:v>
                </c:pt>
                <c:pt idx="64">
                  <c:v>710.1720155036528</c:v>
                </c:pt>
                <c:pt idx="65">
                  <c:v>710.059148931554</c:v>
                </c:pt>
                <c:pt idx="66">
                  <c:v>710.1149498728455</c:v>
                </c:pt>
                <c:pt idx="67">
                  <c:v>710.0609561315619</c:v>
                </c:pt>
                <c:pt idx="68">
                  <c:v>710.0612471432596</c:v>
                </c:pt>
                <c:pt idx="69">
                  <c:v>710.0358182538547</c:v>
                </c:pt>
                <c:pt idx="70">
                  <c:v>710.024634510785</c:v>
                </c:pt>
                <c:pt idx="71">
                  <c:v>710.0668295694549</c:v>
                </c:pt>
                <c:pt idx="72">
                  <c:v>710.0725101630322</c:v>
                </c:pt>
                <c:pt idx="73">
                  <c:v>710.1767331660508</c:v>
                </c:pt>
                <c:pt idx="74">
                  <c:v>710.3003121445705</c:v>
                </c:pt>
                <c:pt idx="75">
                  <c:v>710.2823150765688</c:v>
                </c:pt>
                <c:pt idx="76">
                  <c:v>710.1342392690492</c:v>
                </c:pt>
                <c:pt idx="77">
                  <c:v>710.2420097617616</c:v>
                </c:pt>
                <c:pt idx="78">
                  <c:v>710.2052174465305</c:v>
                </c:pt>
                <c:pt idx="79">
                  <c:v>710.1906416061013</c:v>
                </c:pt>
                <c:pt idx="80">
                  <c:v>710.2732822682881</c:v>
                </c:pt>
                <c:pt idx="81">
                  <c:v>710.2624806868578</c:v>
                </c:pt>
                <c:pt idx="82">
                  <c:v>710.2135243114196</c:v>
                </c:pt>
                <c:pt idx="83">
                  <c:v>710.1961163712425</c:v>
                </c:pt>
                <c:pt idx="84">
                  <c:v>710.1534496215174</c:v>
                </c:pt>
                <c:pt idx="85">
                  <c:v>710.2021207762473</c:v>
                </c:pt>
                <c:pt idx="86">
                  <c:v>710.2908839443417</c:v>
                </c:pt>
                <c:pt idx="87">
                  <c:v>710.1737553290133</c:v>
                </c:pt>
                <c:pt idx="88">
                  <c:v>710.233238448859</c:v>
                </c:pt>
                <c:pt idx="89">
                  <c:v>710.187393793303</c:v>
                </c:pt>
                <c:pt idx="90">
                  <c:v>710.1963351697952</c:v>
                </c:pt>
                <c:pt idx="91">
                  <c:v>710.1856256085</c:v>
                </c:pt>
                <c:pt idx="92">
                  <c:v>710.203247891591</c:v>
                </c:pt>
                <c:pt idx="93">
                  <c:v>710.1881902613252</c:v>
                </c:pt>
                <c:pt idx="94">
                  <c:v>710.1970563464312</c:v>
                </c:pt>
                <c:pt idx="95">
                  <c:v>710.2124958412522</c:v>
                </c:pt>
                <c:pt idx="96">
                  <c:v>710.2326729016627</c:v>
                </c:pt>
                <c:pt idx="97">
                  <c:v>710.3187929499187</c:v>
                </c:pt>
                <c:pt idx="98">
                  <c:v>710.357492353935</c:v>
                </c:pt>
                <c:pt idx="99">
                  <c:v>710.4032348797301</c:v>
                </c:pt>
                <c:pt idx="100">
                  <c:v>710.4240839964457</c:v>
                </c:pt>
                <c:pt idx="101">
                  <c:v>710.5375231312674</c:v>
                </c:pt>
                <c:pt idx="102">
                  <c:v>710.5710587936625</c:v>
                </c:pt>
                <c:pt idx="103">
                  <c:v>710.6110755495948</c:v>
                </c:pt>
                <c:pt idx="104">
                  <c:v>710.6338264711429</c:v>
                </c:pt>
                <c:pt idx="105">
                  <c:v>710.6610915592642</c:v>
                </c:pt>
                <c:pt idx="106">
                  <c:v>710.6564086161183</c:v>
                </c:pt>
                <c:pt idx="107">
                  <c:v>710.7437158707818</c:v>
                </c:pt>
                <c:pt idx="108">
                  <c:v>710.738715730275</c:v>
                </c:pt>
                <c:pt idx="109">
                  <c:v>710.6922604768879</c:v>
                </c:pt>
                <c:pt idx="110">
                  <c:v>710.6860493474718</c:v>
                </c:pt>
                <c:pt idx="111">
                  <c:v>710.6767790522443</c:v>
                </c:pt>
                <c:pt idx="112">
                  <c:v>710.7613937394176</c:v>
                </c:pt>
                <c:pt idx="113">
                  <c:v>710.6783770251051</c:v>
                </c:pt>
                <c:pt idx="114">
                  <c:v>710.5974477733914</c:v>
                </c:pt>
                <c:pt idx="115">
                  <c:v>710.5220429082489</c:v>
                </c:pt>
                <c:pt idx="116">
                  <c:v>710.6114184294136</c:v>
                </c:pt>
                <c:pt idx="117">
                  <c:v>710.5111829265758</c:v>
                </c:pt>
                <c:pt idx="118">
                  <c:v>710.5520860277811</c:v>
                </c:pt>
                <c:pt idx="119">
                  <c:v>710.5163484223385</c:v>
                </c:pt>
                <c:pt idx="120">
                  <c:v>710.4763081608693</c:v>
                </c:pt>
                <c:pt idx="121">
                  <c:v>710.4732644952254</c:v>
                </c:pt>
                <c:pt idx="122">
                  <c:v>710.4758003129299</c:v>
                </c:pt>
                <c:pt idx="123">
                  <c:v>710.471026053332</c:v>
                </c:pt>
                <c:pt idx="124">
                  <c:v>710.4367175262331</c:v>
                </c:pt>
                <c:pt idx="125">
                  <c:v>710.3550377972538</c:v>
                </c:pt>
                <c:pt idx="126">
                  <c:v>710.4241903614262</c:v>
                </c:pt>
                <c:pt idx="127">
                  <c:v>710.4899084131852</c:v>
                </c:pt>
                <c:pt idx="128">
                  <c:v>710.41519611832</c:v>
                </c:pt>
                <c:pt idx="129">
                  <c:v>710.4198040604039</c:v>
                </c:pt>
                <c:pt idx="130">
                  <c:v>710.3975551075074</c:v>
                </c:pt>
                <c:pt idx="131">
                  <c:v>710.4757816050474</c:v>
                </c:pt>
                <c:pt idx="132">
                  <c:v>710.5110071734084</c:v>
                </c:pt>
                <c:pt idx="133">
                  <c:v>710.5922771644457</c:v>
                </c:pt>
                <c:pt idx="134">
                  <c:v>710.5811498497208</c:v>
                </c:pt>
                <c:pt idx="135">
                  <c:v>710.5710327227494</c:v>
                </c:pt>
                <c:pt idx="136">
                  <c:v>710.5799656143423</c:v>
                </c:pt>
                <c:pt idx="137">
                  <c:v>710.5644837026945</c:v>
                </c:pt>
                <c:pt idx="138">
                  <c:v>710.591553251289</c:v>
                </c:pt>
                <c:pt idx="139">
                  <c:v>710.5627975976514</c:v>
                </c:pt>
                <c:pt idx="140">
                  <c:v>710.51637853412</c:v>
                </c:pt>
                <c:pt idx="141">
                  <c:v>710.4627825744504</c:v>
                </c:pt>
                <c:pt idx="142">
                  <c:v>710.4208976209625</c:v>
                </c:pt>
                <c:pt idx="143">
                  <c:v>710.4269355126098</c:v>
                </c:pt>
                <c:pt idx="144">
                  <c:v>710.4454713012366</c:v>
                </c:pt>
                <c:pt idx="145">
                  <c:v>710.4278888486454</c:v>
                </c:pt>
                <c:pt idx="146">
                  <c:v>710.4116013352733</c:v>
                </c:pt>
                <c:pt idx="147">
                  <c:v>710.3984808548222</c:v>
                </c:pt>
                <c:pt idx="148">
                  <c:v>710.381008518481</c:v>
                </c:pt>
                <c:pt idx="149">
                  <c:v>710.3738786047586</c:v>
                </c:pt>
                <c:pt idx="150">
                  <c:v>710.527053743689</c:v>
                </c:pt>
                <c:pt idx="151">
                  <c:v>710.4807384499532</c:v>
                </c:pt>
                <c:pt idx="152">
                  <c:v>710.4765734000035</c:v>
                </c:pt>
                <c:pt idx="153">
                  <c:v>710.5176080001</c:v>
                </c:pt>
                <c:pt idx="154">
                  <c:v>710.4883557805223</c:v>
                </c:pt>
                <c:pt idx="155">
                  <c:v>710.4131399647005</c:v>
                </c:pt>
                <c:pt idx="156">
                  <c:v>710.333287018814</c:v>
                </c:pt>
                <c:pt idx="157">
                  <c:v>710.3556513585808</c:v>
                </c:pt>
                <c:pt idx="158">
                  <c:v>710.3935273891432</c:v>
                </c:pt>
                <c:pt idx="159">
                  <c:v>710.3204270342038</c:v>
                </c:pt>
                <c:pt idx="160">
                  <c:v>710.2752283592777</c:v>
                </c:pt>
                <c:pt idx="161">
                  <c:v>710.2123549047083</c:v>
                </c:pt>
                <c:pt idx="162">
                  <c:v>710.214368120465</c:v>
                </c:pt>
                <c:pt idx="163">
                  <c:v>710.2765691621088</c:v>
                </c:pt>
                <c:pt idx="164">
                  <c:v>710.315668050471</c:v>
                </c:pt>
                <c:pt idx="165">
                  <c:v>710.2522641608738</c:v>
                </c:pt>
                <c:pt idx="166">
                  <c:v>710.2375265120866</c:v>
                </c:pt>
                <c:pt idx="167">
                  <c:v>710.1726667581983</c:v>
                </c:pt>
                <c:pt idx="168">
                  <c:v>710.2144353039748</c:v>
                </c:pt>
                <c:pt idx="169">
                  <c:v>710.1464007536782</c:v>
                </c:pt>
                <c:pt idx="170">
                  <c:v>710.0665526805086</c:v>
                </c:pt>
                <c:pt idx="171">
                  <c:v>710.1415771071278</c:v>
                </c:pt>
                <c:pt idx="172">
                  <c:v>710.1703971875953</c:v>
                </c:pt>
                <c:pt idx="173">
                  <c:v>710.20717902543</c:v>
                </c:pt>
                <c:pt idx="174">
                  <c:v>710.2751642064108</c:v>
                </c:pt>
                <c:pt idx="175">
                  <c:v>710.2982273296805</c:v>
                </c:pt>
                <c:pt idx="176">
                  <c:v>710.304614110145</c:v>
                </c:pt>
                <c:pt idx="177">
                  <c:v>710.2550512412399</c:v>
                </c:pt>
                <c:pt idx="178">
                  <c:v>710.2599367906499</c:v>
                </c:pt>
                <c:pt idx="179">
                  <c:v>710.2848768623082</c:v>
                </c:pt>
                <c:pt idx="180">
                  <c:v>710.2843064569962</c:v>
                </c:pt>
                <c:pt idx="181">
                  <c:v>710.2755654042094</c:v>
                </c:pt>
                <c:pt idx="182">
                  <c:v>710.2517606470193</c:v>
                </c:pt>
                <c:pt idx="183">
                  <c:v>710.2933925019169</c:v>
                </c:pt>
                <c:pt idx="184">
                  <c:v>710.2635112991422</c:v>
                </c:pt>
                <c:pt idx="185">
                  <c:v>710.2974029965892</c:v>
                </c:pt>
                <c:pt idx="186">
                  <c:v>710.2563796395691</c:v>
                </c:pt>
                <c:pt idx="187">
                  <c:v>710.2298091650187</c:v>
                </c:pt>
                <c:pt idx="188">
                  <c:v>710.2685444423261</c:v>
                </c:pt>
                <c:pt idx="189">
                  <c:v>710.3211494158111</c:v>
                </c:pt>
                <c:pt idx="190">
                  <c:v>710.3564720846617</c:v>
                </c:pt>
                <c:pt idx="191">
                  <c:v>710.4540798557873</c:v>
                </c:pt>
                <c:pt idx="192">
                  <c:v>710.4548153635939</c:v>
                </c:pt>
                <c:pt idx="193">
                  <c:v>710.4599363370422</c:v>
                </c:pt>
                <c:pt idx="194">
                  <c:v>710.5121394459796</c:v>
                </c:pt>
                <c:pt idx="195">
                  <c:v>710.575099487838</c:v>
                </c:pt>
                <c:pt idx="196">
                  <c:v>710.5121860653759</c:v>
                </c:pt>
                <c:pt idx="197">
                  <c:v>710.570886157571</c:v>
                </c:pt>
                <c:pt idx="198">
                  <c:v>710.5033284653016</c:v>
                </c:pt>
                <c:pt idx="199">
                  <c:v>710.5678338590175</c:v>
                </c:pt>
                <c:pt idx="200">
                  <c:v>710.5630185229004</c:v>
                </c:pt>
                <c:pt idx="201">
                  <c:v>710.5556704018683</c:v>
                </c:pt>
                <c:pt idx="202">
                  <c:v>710.4901605356582</c:v>
                </c:pt>
                <c:pt idx="203">
                  <c:v>710.4746411554257</c:v>
                </c:pt>
                <c:pt idx="204">
                  <c:v>710.5365764244527</c:v>
                </c:pt>
                <c:pt idx="205">
                  <c:v>710.5523918945191</c:v>
                </c:pt>
                <c:pt idx="206">
                  <c:v>710.5796107192525</c:v>
                </c:pt>
                <c:pt idx="207">
                  <c:v>710.5984966232623</c:v>
                </c:pt>
                <c:pt idx="208">
                  <c:v>710.5199876699893</c:v>
                </c:pt>
                <c:pt idx="209">
                  <c:v>710.517338534913</c:v>
                </c:pt>
                <c:pt idx="210">
                  <c:v>710.5869317256554</c:v>
                </c:pt>
                <c:pt idx="211">
                  <c:v>710.5476137252699</c:v>
                </c:pt>
                <c:pt idx="212">
                  <c:v>710.5135551650501</c:v>
                </c:pt>
                <c:pt idx="213">
                  <c:v>710.4980920827086</c:v>
                </c:pt>
                <c:pt idx="214">
                  <c:v>710.490445844273</c:v>
                </c:pt>
                <c:pt idx="215">
                  <c:v>710.5512337355993</c:v>
                </c:pt>
                <c:pt idx="216">
                  <c:v>710.5700615311754</c:v>
                </c:pt>
                <c:pt idx="217">
                  <c:v>710.6272135357674</c:v>
                </c:pt>
                <c:pt idx="218">
                  <c:v>710.6462470503814</c:v>
                </c:pt>
                <c:pt idx="219">
                  <c:v>710.6607358035492</c:v>
                </c:pt>
                <c:pt idx="220">
                  <c:v>710.6312797906338</c:v>
                </c:pt>
                <c:pt idx="221">
                  <c:v>710.6421088159682</c:v>
                </c:pt>
                <c:pt idx="222">
                  <c:v>710.6237026935487</c:v>
                </c:pt>
                <c:pt idx="223">
                  <c:v>710.6518064360773</c:v>
                </c:pt>
                <c:pt idx="224">
                  <c:v>710.7054117138573</c:v>
                </c:pt>
                <c:pt idx="225">
                  <c:v>710.7466133968755</c:v>
                </c:pt>
                <c:pt idx="226">
                  <c:v>710.7272366766344</c:v>
                </c:pt>
                <c:pt idx="227">
                  <c:v>710.6867171463557</c:v>
                </c:pt>
                <c:pt idx="228">
                  <c:v>710.6509161436069</c:v>
                </c:pt>
                <c:pt idx="229">
                  <c:v>710.6722652044228</c:v>
                </c:pt>
                <c:pt idx="230">
                  <c:v>710.6805838254777</c:v>
                </c:pt>
                <c:pt idx="231">
                  <c:v>710.6569557977364</c:v>
                </c:pt>
                <c:pt idx="232">
                  <c:v>710.6574077881113</c:v>
                </c:pt>
                <c:pt idx="233">
                  <c:v>710.6994623132439</c:v>
                </c:pt>
                <c:pt idx="234">
                  <c:v>710.6902247714257</c:v>
                </c:pt>
                <c:pt idx="235">
                  <c:v>710.7137781235936</c:v>
                </c:pt>
                <c:pt idx="236">
                  <c:v>710.7248038623109</c:v>
                </c:pt>
                <c:pt idx="237">
                  <c:v>710.7414835410051</c:v>
                </c:pt>
                <c:pt idx="238">
                  <c:v>710.756606346229</c:v>
                </c:pt>
                <c:pt idx="239">
                  <c:v>710.7445109849284</c:v>
                </c:pt>
                <c:pt idx="240">
                  <c:v>710.7251660535819</c:v>
                </c:pt>
                <c:pt idx="241">
                  <c:v>710.663151552384</c:v>
                </c:pt>
                <c:pt idx="242">
                  <c:v>710.6840384493705</c:v>
                </c:pt>
                <c:pt idx="243">
                  <c:v>710.5746098164044</c:v>
                </c:pt>
                <c:pt idx="244">
                  <c:v>710.603180156532</c:v>
                </c:pt>
                <c:pt idx="245">
                  <c:v>710.6531156869522</c:v>
                </c:pt>
                <c:pt idx="246">
                  <c:v>710.6876906929369</c:v>
                </c:pt>
                <c:pt idx="247">
                  <c:v>710.6858023031231</c:v>
                </c:pt>
                <c:pt idx="248">
                  <c:v>710.6777228664308</c:v>
                </c:pt>
                <c:pt idx="249">
                  <c:v>710.7120317238965</c:v>
                </c:pt>
                <c:pt idx="250">
                  <c:v>710.7369178282852</c:v>
                </c:pt>
                <c:pt idx="251">
                  <c:v>710.7169736197236</c:v>
                </c:pt>
                <c:pt idx="252">
                  <c:v>710.6632088499576</c:v>
                </c:pt>
                <c:pt idx="253">
                  <c:v>710.6423501634529</c:v>
                </c:pt>
                <c:pt idx="254">
                  <c:v>710.6353743872137</c:v>
                </c:pt>
                <c:pt idx="255">
                  <c:v>710.6768654276976</c:v>
                </c:pt>
                <c:pt idx="256">
                  <c:v>710.5942592254507</c:v>
                </c:pt>
                <c:pt idx="257">
                  <c:v>710.5889345337963</c:v>
                </c:pt>
                <c:pt idx="258">
                  <c:v>710.6199841656223</c:v>
                </c:pt>
                <c:pt idx="259">
                  <c:v>710.5848992655378</c:v>
                </c:pt>
                <c:pt idx="260">
                  <c:v>710.5348176241813</c:v>
                </c:pt>
                <c:pt idx="261">
                  <c:v>710.5790548156532</c:v>
                </c:pt>
                <c:pt idx="262">
                  <c:v>710.5521000937628</c:v>
                </c:pt>
                <c:pt idx="263">
                  <c:v>710.5485903114204</c:v>
                </c:pt>
                <c:pt idx="264">
                  <c:v>710.5233139721547</c:v>
                </c:pt>
                <c:pt idx="265">
                  <c:v>710.4754946375924</c:v>
                </c:pt>
                <c:pt idx="266">
                  <c:v>710.4358569572514</c:v>
                </c:pt>
                <c:pt idx="267">
                  <c:v>710.3918202587491</c:v>
                </c:pt>
                <c:pt idx="268">
                  <c:v>710.4409086655413</c:v>
                </c:pt>
                <c:pt idx="269">
                  <c:v>710.5054967874986</c:v>
                </c:pt>
                <c:pt idx="270">
                  <c:v>710.5189159118858</c:v>
                </c:pt>
                <c:pt idx="271">
                  <c:v>710.5133798053456</c:v>
                </c:pt>
                <c:pt idx="272">
                  <c:v>710.4856031105888</c:v>
                </c:pt>
                <c:pt idx="273">
                  <c:v>710.5556747163206</c:v>
                </c:pt>
                <c:pt idx="274">
                  <c:v>710.5291809153156</c:v>
                </c:pt>
                <c:pt idx="275">
                  <c:v>710.5052574145831</c:v>
                </c:pt>
                <c:pt idx="276">
                  <c:v>710.4634671653953</c:v>
                </c:pt>
                <c:pt idx="277">
                  <c:v>710.4740778853977</c:v>
                </c:pt>
                <c:pt idx="278">
                  <c:v>710.4885649478466</c:v>
                </c:pt>
                <c:pt idx="279">
                  <c:v>710.4888159218667</c:v>
                </c:pt>
                <c:pt idx="280">
                  <c:v>710.4499781826659</c:v>
                </c:pt>
                <c:pt idx="281">
                  <c:v>710.4120135129191</c:v>
                </c:pt>
                <c:pt idx="282">
                  <c:v>710.3908735436078</c:v>
                </c:pt>
                <c:pt idx="283">
                  <c:v>710.4436162236726</c:v>
                </c:pt>
                <c:pt idx="284">
                  <c:v>710.4038399316769</c:v>
                </c:pt>
                <c:pt idx="285">
                  <c:v>710.4711004012523</c:v>
                </c:pt>
                <c:pt idx="286">
                  <c:v>710.4506779942748</c:v>
                </c:pt>
                <c:pt idx="287">
                  <c:v>710.5124327275583</c:v>
                </c:pt>
                <c:pt idx="288">
                  <c:v>710.5635576657832</c:v>
                </c:pt>
                <c:pt idx="289">
                  <c:v>710.5807993645137</c:v>
                </c:pt>
                <c:pt idx="290">
                  <c:v>710.6118790632789</c:v>
                </c:pt>
                <c:pt idx="291">
                  <c:v>710.6465652044071</c:v>
                </c:pt>
                <c:pt idx="292">
                  <c:v>710.6566384049521</c:v>
                </c:pt>
                <c:pt idx="293">
                  <c:v>710.6781290778985</c:v>
                </c:pt>
                <c:pt idx="294">
                  <c:v>710.7268499209239</c:v>
                </c:pt>
                <c:pt idx="295">
                  <c:v>710.7086303800552</c:v>
                </c:pt>
                <c:pt idx="296">
                  <c:v>710.722531659613</c:v>
                </c:pt>
                <c:pt idx="297">
                  <c:v>710.7332963231046</c:v>
                </c:pt>
                <c:pt idx="298">
                  <c:v>710.7165589742581</c:v>
                </c:pt>
                <c:pt idx="299">
                  <c:v>710.6845747952171</c:v>
                </c:pt>
                <c:pt idx="300">
                  <c:v>710.7444853589897</c:v>
                </c:pt>
                <c:pt idx="301">
                  <c:v>710.7114651468706</c:v>
                </c:pt>
                <c:pt idx="302">
                  <c:v>710.7841398366562</c:v>
                </c:pt>
                <c:pt idx="303">
                  <c:v>710.8758672135247</c:v>
                </c:pt>
                <c:pt idx="304">
                  <c:v>710.8205413177329</c:v>
                </c:pt>
                <c:pt idx="305">
                  <c:v>710.8110984385827</c:v>
                </c:pt>
                <c:pt idx="306">
                  <c:v>710.8110984385827</c:v>
                </c:pt>
                <c:pt idx="307">
                  <c:v>710.8765188152081</c:v>
                </c:pt>
                <c:pt idx="308">
                  <c:v>710.8090078090249</c:v>
                </c:pt>
                <c:pt idx="309">
                  <c:v>710.752289880004</c:v>
                </c:pt>
                <c:pt idx="310">
                  <c:v>710.7579356551879</c:v>
                </c:pt>
                <c:pt idx="311">
                  <c:v>710.7073453301048</c:v>
                </c:pt>
                <c:pt idx="312">
                  <c:v>710.6719627242048</c:v>
                </c:pt>
                <c:pt idx="313">
                  <c:v>710.6672382481155</c:v>
                </c:pt>
                <c:pt idx="314">
                  <c:v>710.6843577286861</c:v>
                </c:pt>
                <c:pt idx="315">
                  <c:v>710.6424805338216</c:v>
                </c:pt>
                <c:pt idx="316">
                  <c:v>710.6253046381503</c:v>
                </c:pt>
                <c:pt idx="317">
                  <c:v>710.6639200695213</c:v>
                </c:pt>
                <c:pt idx="318">
                  <c:v>710.6769143497879</c:v>
                </c:pt>
                <c:pt idx="319">
                  <c:v>710.734728783167</c:v>
                </c:pt>
                <c:pt idx="320">
                  <c:v>710.6735794717847</c:v>
                </c:pt>
                <c:pt idx="321">
                  <c:v>710.721699664663</c:v>
                </c:pt>
                <c:pt idx="322">
                  <c:v>710.6053972561268</c:v>
                </c:pt>
                <c:pt idx="323">
                  <c:v>710.564460977639</c:v>
                </c:pt>
                <c:pt idx="324">
                  <c:v>710.6166291832504</c:v>
                </c:pt>
                <c:pt idx="325">
                  <c:v>710.6159150237089</c:v>
                </c:pt>
                <c:pt idx="326">
                  <c:v>710.5726834705484</c:v>
                </c:pt>
                <c:pt idx="327">
                  <c:v>710.6047740197962</c:v>
                </c:pt>
                <c:pt idx="328">
                  <c:v>710.5931519349124</c:v>
                </c:pt>
                <c:pt idx="329">
                  <c:v>710.5832331106928</c:v>
                </c:pt>
                <c:pt idx="330">
                  <c:v>710.596849482152</c:v>
                </c:pt>
                <c:pt idx="331">
                  <c:v>710.5801179466265</c:v>
                </c:pt>
                <c:pt idx="332">
                  <c:v>710.5768502554189</c:v>
                </c:pt>
                <c:pt idx="333">
                  <c:v>710.6111541066014</c:v>
                </c:pt>
                <c:pt idx="334">
                  <c:v>710.6328116791492</c:v>
                </c:pt>
                <c:pt idx="335">
                  <c:v>710.5559517070054</c:v>
                </c:pt>
                <c:pt idx="336">
                  <c:v>710.5556501749636</c:v>
                </c:pt>
                <c:pt idx="337">
                  <c:v>710.5517466382739</c:v>
                </c:pt>
                <c:pt idx="338">
                  <c:v>710.5607794272682</c:v>
                </c:pt>
                <c:pt idx="339">
                  <c:v>710.576054563491</c:v>
                </c:pt>
                <c:pt idx="340">
                  <c:v>710.5534418197117</c:v>
                </c:pt>
                <c:pt idx="341">
                  <c:v>710.5719018252281</c:v>
                </c:pt>
                <c:pt idx="342">
                  <c:v>710.5184021213918</c:v>
                </c:pt>
                <c:pt idx="343">
                  <c:v>710.5511732907406</c:v>
                </c:pt>
                <c:pt idx="344">
                  <c:v>710.5465981474027</c:v>
                </c:pt>
                <c:pt idx="345">
                  <c:v>710.5131124301587</c:v>
                </c:pt>
                <c:pt idx="346">
                  <c:v>710.5753825324979</c:v>
                </c:pt>
                <c:pt idx="347">
                  <c:v>710.5705725237375</c:v>
                </c:pt>
                <c:pt idx="348">
                  <c:v>710.5396704677647</c:v>
                </c:pt>
                <c:pt idx="349">
                  <c:v>710.5632047193117</c:v>
                </c:pt>
                <c:pt idx="350">
                  <c:v>710.5652015086185</c:v>
                </c:pt>
                <c:pt idx="351">
                  <c:v>710.5569840509617</c:v>
                </c:pt>
                <c:pt idx="352">
                  <c:v>710.585930633007</c:v>
                </c:pt>
                <c:pt idx="353">
                  <c:v>710.5846830015581</c:v>
                </c:pt>
                <c:pt idx="354">
                  <c:v>710.5725008144564</c:v>
                </c:pt>
                <c:pt idx="355">
                  <c:v>710.547994819708</c:v>
                </c:pt>
                <c:pt idx="356">
                  <c:v>710.5629758595736</c:v>
                </c:pt>
                <c:pt idx="357">
                  <c:v>710.6193144009912</c:v>
                </c:pt>
                <c:pt idx="358">
                  <c:v>710.6126955537301</c:v>
                </c:pt>
                <c:pt idx="359">
                  <c:v>710.5873143979387</c:v>
                </c:pt>
                <c:pt idx="360">
                  <c:v>710.7004299954491</c:v>
                </c:pt>
                <c:pt idx="361">
                  <c:v>710.6729325812294</c:v>
                </c:pt>
                <c:pt idx="362">
                  <c:v>710.6887551717596</c:v>
                </c:pt>
                <c:pt idx="363">
                  <c:v>710.7159446936854</c:v>
                </c:pt>
                <c:pt idx="364">
                  <c:v>710.6905175570997</c:v>
                </c:pt>
                <c:pt idx="365">
                  <c:v>710.6765645531043</c:v>
                </c:pt>
                <c:pt idx="366">
                  <c:v>710.6905430707486</c:v>
                </c:pt>
                <c:pt idx="367">
                  <c:v>710.7021087823953</c:v>
                </c:pt>
                <c:pt idx="368">
                  <c:v>710.7223268041142</c:v>
                </c:pt>
                <c:pt idx="369">
                  <c:v>710.7137988563728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lower band</c:v>
                </c:pt>
              </c:strCache>
            </c:strRef>
          </c:tx>
          <c:spPr>
            <a:ln w="22225">
              <a:solidFill>
                <a:srgbClr val="C8102E"/>
              </a:solidFill>
            </a:ln>
          </c:spPr>
          <c:marker>
            <c:symbol val="none"/>
          </c:marker>
          <c:cat>
            <c:strRef>
              <c:f>Sheet1!$A$2:$A$371</c:f>
              <c:strCache>
                <c:ptCount val="370"/>
                <c:pt idx="0">
                  <c:v>09:42</c:v>
                </c:pt>
                <c:pt idx="1">
                  <c:v>09:43</c:v>
                </c:pt>
                <c:pt idx="2">
                  <c:v>09:44</c:v>
                </c:pt>
                <c:pt idx="3">
                  <c:v>09:45</c:v>
                </c:pt>
                <c:pt idx="4">
                  <c:v>09:46</c:v>
                </c:pt>
                <c:pt idx="5">
                  <c:v>09:47</c:v>
                </c:pt>
                <c:pt idx="6">
                  <c:v>09:48</c:v>
                </c:pt>
                <c:pt idx="7">
                  <c:v>09:49</c:v>
                </c:pt>
                <c:pt idx="8">
                  <c:v>09:50</c:v>
                </c:pt>
                <c:pt idx="9">
                  <c:v>09:51</c:v>
                </c:pt>
                <c:pt idx="10">
                  <c:v>09:52</c:v>
                </c:pt>
                <c:pt idx="11">
                  <c:v>09:53</c:v>
                </c:pt>
                <c:pt idx="12">
                  <c:v>09:55</c:v>
                </c:pt>
                <c:pt idx="13">
                  <c:v>09:56</c:v>
                </c:pt>
                <c:pt idx="14">
                  <c:v>09:57</c:v>
                </c:pt>
                <c:pt idx="15">
                  <c:v>09:58</c:v>
                </c:pt>
                <c:pt idx="16">
                  <c:v>09:59</c:v>
                </c:pt>
                <c:pt idx="17">
                  <c:v>10:02</c:v>
                </c:pt>
                <c:pt idx="18">
                  <c:v>10:03</c:v>
                </c:pt>
                <c:pt idx="19">
                  <c:v>10:04</c:v>
                </c:pt>
                <c:pt idx="20">
                  <c:v>10:05</c:v>
                </c:pt>
                <c:pt idx="21">
                  <c:v>10:06</c:v>
                </c:pt>
                <c:pt idx="22">
                  <c:v>10:07</c:v>
                </c:pt>
                <c:pt idx="23">
                  <c:v>10:08</c:v>
                </c:pt>
                <c:pt idx="24">
                  <c:v>10:09</c:v>
                </c:pt>
                <c:pt idx="25">
                  <c:v>10:10</c:v>
                </c:pt>
                <c:pt idx="26">
                  <c:v>10:11</c:v>
                </c:pt>
                <c:pt idx="27">
                  <c:v>10:12</c:v>
                </c:pt>
                <c:pt idx="28">
                  <c:v>10:13</c:v>
                </c:pt>
                <c:pt idx="29">
                  <c:v>10:14</c:v>
                </c:pt>
                <c:pt idx="30">
                  <c:v>10:15</c:v>
                </c:pt>
                <c:pt idx="31">
                  <c:v>10:16</c:v>
                </c:pt>
                <c:pt idx="32">
                  <c:v>10:17</c:v>
                </c:pt>
                <c:pt idx="33">
                  <c:v>10:18</c:v>
                </c:pt>
                <c:pt idx="34">
                  <c:v>10:19</c:v>
                </c:pt>
                <c:pt idx="35">
                  <c:v>10:20</c:v>
                </c:pt>
                <c:pt idx="36">
                  <c:v>10:21</c:v>
                </c:pt>
                <c:pt idx="37">
                  <c:v>10:22</c:v>
                </c:pt>
                <c:pt idx="38">
                  <c:v>10:23</c:v>
                </c:pt>
                <c:pt idx="39">
                  <c:v>10:24</c:v>
                </c:pt>
                <c:pt idx="40">
                  <c:v>10:25</c:v>
                </c:pt>
                <c:pt idx="41">
                  <c:v>10:26</c:v>
                </c:pt>
                <c:pt idx="42">
                  <c:v>10:27</c:v>
                </c:pt>
                <c:pt idx="43">
                  <c:v>10:28</c:v>
                </c:pt>
                <c:pt idx="44">
                  <c:v>10:29</c:v>
                </c:pt>
                <c:pt idx="45">
                  <c:v>10:30</c:v>
                </c:pt>
                <c:pt idx="46">
                  <c:v>10:31</c:v>
                </c:pt>
                <c:pt idx="47">
                  <c:v>10:32</c:v>
                </c:pt>
                <c:pt idx="48">
                  <c:v>10:33</c:v>
                </c:pt>
                <c:pt idx="49">
                  <c:v>10:34</c:v>
                </c:pt>
                <c:pt idx="50">
                  <c:v>10:35</c:v>
                </c:pt>
                <c:pt idx="51">
                  <c:v>10:36</c:v>
                </c:pt>
                <c:pt idx="52">
                  <c:v>10:37</c:v>
                </c:pt>
                <c:pt idx="53">
                  <c:v>10:38</c:v>
                </c:pt>
                <c:pt idx="54">
                  <c:v>10:39</c:v>
                </c:pt>
                <c:pt idx="55">
                  <c:v>10:40</c:v>
                </c:pt>
                <c:pt idx="56">
                  <c:v>10:41</c:v>
                </c:pt>
                <c:pt idx="57">
                  <c:v>10:42</c:v>
                </c:pt>
                <c:pt idx="58">
                  <c:v>10:43</c:v>
                </c:pt>
                <c:pt idx="59">
                  <c:v>10:44</c:v>
                </c:pt>
                <c:pt idx="60">
                  <c:v>10:45</c:v>
                </c:pt>
                <c:pt idx="61">
                  <c:v>10:46</c:v>
                </c:pt>
                <c:pt idx="62">
                  <c:v>10:47</c:v>
                </c:pt>
                <c:pt idx="63">
                  <c:v>10:48</c:v>
                </c:pt>
                <c:pt idx="64">
                  <c:v>10:49</c:v>
                </c:pt>
                <c:pt idx="65">
                  <c:v>10:50</c:v>
                </c:pt>
                <c:pt idx="66">
                  <c:v>10:51</c:v>
                </c:pt>
                <c:pt idx="67">
                  <c:v>10:52</c:v>
                </c:pt>
                <c:pt idx="68">
                  <c:v>10:53</c:v>
                </c:pt>
                <c:pt idx="69">
                  <c:v>10:54</c:v>
                </c:pt>
                <c:pt idx="70">
                  <c:v>10:55</c:v>
                </c:pt>
                <c:pt idx="71">
                  <c:v>10:56</c:v>
                </c:pt>
                <c:pt idx="72">
                  <c:v>10:57</c:v>
                </c:pt>
                <c:pt idx="73">
                  <c:v>10:58</c:v>
                </c:pt>
                <c:pt idx="74">
                  <c:v>10:59</c:v>
                </c:pt>
                <c:pt idx="75">
                  <c:v>11:00</c:v>
                </c:pt>
                <c:pt idx="76">
                  <c:v>11:01</c:v>
                </c:pt>
                <c:pt idx="77">
                  <c:v>11:02</c:v>
                </c:pt>
                <c:pt idx="78">
                  <c:v>11:03</c:v>
                </c:pt>
                <c:pt idx="79">
                  <c:v>11:04</c:v>
                </c:pt>
                <c:pt idx="80">
                  <c:v>11:05</c:v>
                </c:pt>
                <c:pt idx="81">
                  <c:v>11:06</c:v>
                </c:pt>
                <c:pt idx="82">
                  <c:v>11:07</c:v>
                </c:pt>
                <c:pt idx="83">
                  <c:v>11:08</c:v>
                </c:pt>
                <c:pt idx="84">
                  <c:v>11:09</c:v>
                </c:pt>
                <c:pt idx="85">
                  <c:v>11:10</c:v>
                </c:pt>
                <c:pt idx="86">
                  <c:v>11:11</c:v>
                </c:pt>
                <c:pt idx="87">
                  <c:v>11:12</c:v>
                </c:pt>
                <c:pt idx="88">
                  <c:v>11:13</c:v>
                </c:pt>
                <c:pt idx="89">
                  <c:v>11:14</c:v>
                </c:pt>
                <c:pt idx="90">
                  <c:v>11:15</c:v>
                </c:pt>
                <c:pt idx="91">
                  <c:v>11:16</c:v>
                </c:pt>
                <c:pt idx="92">
                  <c:v>11:17</c:v>
                </c:pt>
                <c:pt idx="93">
                  <c:v>11:18</c:v>
                </c:pt>
                <c:pt idx="94">
                  <c:v>11:19</c:v>
                </c:pt>
                <c:pt idx="95">
                  <c:v>11:20</c:v>
                </c:pt>
                <c:pt idx="96">
                  <c:v>11:21</c:v>
                </c:pt>
                <c:pt idx="97">
                  <c:v>11:22</c:v>
                </c:pt>
                <c:pt idx="98">
                  <c:v>11:23</c:v>
                </c:pt>
                <c:pt idx="99">
                  <c:v>11:24</c:v>
                </c:pt>
                <c:pt idx="100">
                  <c:v>11:25</c:v>
                </c:pt>
                <c:pt idx="101">
                  <c:v>11:26</c:v>
                </c:pt>
                <c:pt idx="102">
                  <c:v>11:27</c:v>
                </c:pt>
                <c:pt idx="103">
                  <c:v>11:28</c:v>
                </c:pt>
                <c:pt idx="104">
                  <c:v>11:29</c:v>
                </c:pt>
                <c:pt idx="105">
                  <c:v>11:30</c:v>
                </c:pt>
                <c:pt idx="106">
                  <c:v>11:31</c:v>
                </c:pt>
                <c:pt idx="107">
                  <c:v>11:32</c:v>
                </c:pt>
                <c:pt idx="108">
                  <c:v>11:33</c:v>
                </c:pt>
                <c:pt idx="109">
                  <c:v>11:34</c:v>
                </c:pt>
                <c:pt idx="110">
                  <c:v>11:35</c:v>
                </c:pt>
                <c:pt idx="111">
                  <c:v>11:36</c:v>
                </c:pt>
                <c:pt idx="112">
                  <c:v>11:37</c:v>
                </c:pt>
                <c:pt idx="113">
                  <c:v>11:38</c:v>
                </c:pt>
                <c:pt idx="114">
                  <c:v>11:39</c:v>
                </c:pt>
                <c:pt idx="115">
                  <c:v>11:40</c:v>
                </c:pt>
                <c:pt idx="116">
                  <c:v>11:41</c:v>
                </c:pt>
                <c:pt idx="117">
                  <c:v>11:42</c:v>
                </c:pt>
                <c:pt idx="118">
                  <c:v>11:43</c:v>
                </c:pt>
                <c:pt idx="119">
                  <c:v>11:44</c:v>
                </c:pt>
                <c:pt idx="120">
                  <c:v>11:45</c:v>
                </c:pt>
                <c:pt idx="121">
                  <c:v>11:46</c:v>
                </c:pt>
                <c:pt idx="122">
                  <c:v>11:47</c:v>
                </c:pt>
                <c:pt idx="123">
                  <c:v>11:48</c:v>
                </c:pt>
                <c:pt idx="124">
                  <c:v>11:49</c:v>
                </c:pt>
                <c:pt idx="125">
                  <c:v>11:50</c:v>
                </c:pt>
                <c:pt idx="126">
                  <c:v>11:51</c:v>
                </c:pt>
                <c:pt idx="127">
                  <c:v>11:52</c:v>
                </c:pt>
                <c:pt idx="128">
                  <c:v>11:53</c:v>
                </c:pt>
                <c:pt idx="129">
                  <c:v>11:54</c:v>
                </c:pt>
                <c:pt idx="130">
                  <c:v>11:55</c:v>
                </c:pt>
                <c:pt idx="131">
                  <c:v>11:56</c:v>
                </c:pt>
                <c:pt idx="132">
                  <c:v>11:57</c:v>
                </c:pt>
                <c:pt idx="133">
                  <c:v>11:58</c:v>
                </c:pt>
                <c:pt idx="134">
                  <c:v>11:59</c:v>
                </c:pt>
                <c:pt idx="135">
                  <c:v>12:00</c:v>
                </c:pt>
                <c:pt idx="136">
                  <c:v>12:01</c:v>
                </c:pt>
                <c:pt idx="137">
                  <c:v>12:02</c:v>
                </c:pt>
                <c:pt idx="138">
                  <c:v>12:03</c:v>
                </c:pt>
                <c:pt idx="139">
                  <c:v>12:04</c:v>
                </c:pt>
                <c:pt idx="140">
                  <c:v>12:05</c:v>
                </c:pt>
                <c:pt idx="141">
                  <c:v>12:06</c:v>
                </c:pt>
                <c:pt idx="142">
                  <c:v>12:07</c:v>
                </c:pt>
                <c:pt idx="143">
                  <c:v>12:08</c:v>
                </c:pt>
                <c:pt idx="144">
                  <c:v>12:09</c:v>
                </c:pt>
                <c:pt idx="145">
                  <c:v>12:10</c:v>
                </c:pt>
                <c:pt idx="146">
                  <c:v>12:11</c:v>
                </c:pt>
                <c:pt idx="147">
                  <c:v>12:12</c:v>
                </c:pt>
                <c:pt idx="148">
                  <c:v>12:13</c:v>
                </c:pt>
                <c:pt idx="149">
                  <c:v>12:14</c:v>
                </c:pt>
                <c:pt idx="150">
                  <c:v>12:15</c:v>
                </c:pt>
                <c:pt idx="151">
                  <c:v>12:16</c:v>
                </c:pt>
                <c:pt idx="152">
                  <c:v>12:17</c:v>
                </c:pt>
                <c:pt idx="153">
                  <c:v>12:18</c:v>
                </c:pt>
                <c:pt idx="154">
                  <c:v>12:19</c:v>
                </c:pt>
                <c:pt idx="155">
                  <c:v>12:20</c:v>
                </c:pt>
                <c:pt idx="156">
                  <c:v>12:21</c:v>
                </c:pt>
                <c:pt idx="157">
                  <c:v>12:22</c:v>
                </c:pt>
                <c:pt idx="158">
                  <c:v>12:23</c:v>
                </c:pt>
                <c:pt idx="159">
                  <c:v>12:24</c:v>
                </c:pt>
                <c:pt idx="160">
                  <c:v>12:25</c:v>
                </c:pt>
                <c:pt idx="161">
                  <c:v>12:26</c:v>
                </c:pt>
                <c:pt idx="162">
                  <c:v>12:27</c:v>
                </c:pt>
                <c:pt idx="163">
                  <c:v>12:28</c:v>
                </c:pt>
                <c:pt idx="164">
                  <c:v>12:29</c:v>
                </c:pt>
                <c:pt idx="165">
                  <c:v>12:30</c:v>
                </c:pt>
                <c:pt idx="166">
                  <c:v>12:31</c:v>
                </c:pt>
                <c:pt idx="167">
                  <c:v>12:32</c:v>
                </c:pt>
                <c:pt idx="168">
                  <c:v>12:33</c:v>
                </c:pt>
                <c:pt idx="169">
                  <c:v>12:34</c:v>
                </c:pt>
                <c:pt idx="170">
                  <c:v>12:35</c:v>
                </c:pt>
                <c:pt idx="171">
                  <c:v>12:36</c:v>
                </c:pt>
                <c:pt idx="172">
                  <c:v>12:37</c:v>
                </c:pt>
                <c:pt idx="173">
                  <c:v>12:38</c:v>
                </c:pt>
                <c:pt idx="174">
                  <c:v>12:39</c:v>
                </c:pt>
                <c:pt idx="175">
                  <c:v>12:40</c:v>
                </c:pt>
                <c:pt idx="176">
                  <c:v>12:41</c:v>
                </c:pt>
                <c:pt idx="177">
                  <c:v>12:42</c:v>
                </c:pt>
                <c:pt idx="178">
                  <c:v>12:43</c:v>
                </c:pt>
                <c:pt idx="179">
                  <c:v>12:44</c:v>
                </c:pt>
                <c:pt idx="180">
                  <c:v>12:45</c:v>
                </c:pt>
                <c:pt idx="181">
                  <c:v>12:46</c:v>
                </c:pt>
                <c:pt idx="182">
                  <c:v>12:47</c:v>
                </c:pt>
                <c:pt idx="183">
                  <c:v>12:48</c:v>
                </c:pt>
                <c:pt idx="184">
                  <c:v>12:49</c:v>
                </c:pt>
                <c:pt idx="185">
                  <c:v>12:50</c:v>
                </c:pt>
                <c:pt idx="186">
                  <c:v>12:51</c:v>
                </c:pt>
                <c:pt idx="187">
                  <c:v>12:52</c:v>
                </c:pt>
                <c:pt idx="188">
                  <c:v>12:53</c:v>
                </c:pt>
                <c:pt idx="189">
                  <c:v>12:54</c:v>
                </c:pt>
                <c:pt idx="190">
                  <c:v>12:55</c:v>
                </c:pt>
                <c:pt idx="191">
                  <c:v>12:56</c:v>
                </c:pt>
                <c:pt idx="192">
                  <c:v>12:57</c:v>
                </c:pt>
                <c:pt idx="193">
                  <c:v>12:58</c:v>
                </c:pt>
                <c:pt idx="194">
                  <c:v>12:59</c:v>
                </c:pt>
                <c:pt idx="195">
                  <c:v>13:00</c:v>
                </c:pt>
                <c:pt idx="196">
                  <c:v>13:01</c:v>
                </c:pt>
                <c:pt idx="197">
                  <c:v>13:02</c:v>
                </c:pt>
                <c:pt idx="198">
                  <c:v>13:03</c:v>
                </c:pt>
                <c:pt idx="199">
                  <c:v>13:04</c:v>
                </c:pt>
                <c:pt idx="200">
                  <c:v>13:05</c:v>
                </c:pt>
                <c:pt idx="201">
                  <c:v>13:06</c:v>
                </c:pt>
                <c:pt idx="202">
                  <c:v>13:07</c:v>
                </c:pt>
                <c:pt idx="203">
                  <c:v>13:08</c:v>
                </c:pt>
                <c:pt idx="204">
                  <c:v>13:09</c:v>
                </c:pt>
                <c:pt idx="205">
                  <c:v>13:10</c:v>
                </c:pt>
                <c:pt idx="206">
                  <c:v>13:11</c:v>
                </c:pt>
                <c:pt idx="207">
                  <c:v>13:12</c:v>
                </c:pt>
                <c:pt idx="208">
                  <c:v>13:13</c:v>
                </c:pt>
                <c:pt idx="209">
                  <c:v>13:14</c:v>
                </c:pt>
                <c:pt idx="210">
                  <c:v>13:15</c:v>
                </c:pt>
                <c:pt idx="211">
                  <c:v>13:16</c:v>
                </c:pt>
                <c:pt idx="212">
                  <c:v>13:17</c:v>
                </c:pt>
                <c:pt idx="213">
                  <c:v>13:18</c:v>
                </c:pt>
                <c:pt idx="214">
                  <c:v>13:19</c:v>
                </c:pt>
                <c:pt idx="215">
                  <c:v>13:20</c:v>
                </c:pt>
                <c:pt idx="216">
                  <c:v>13:21</c:v>
                </c:pt>
                <c:pt idx="217">
                  <c:v>13:22</c:v>
                </c:pt>
                <c:pt idx="218">
                  <c:v>13:23</c:v>
                </c:pt>
                <c:pt idx="219">
                  <c:v>13:24</c:v>
                </c:pt>
                <c:pt idx="220">
                  <c:v>13:25</c:v>
                </c:pt>
                <c:pt idx="221">
                  <c:v>13:26</c:v>
                </c:pt>
                <c:pt idx="222">
                  <c:v>13:27</c:v>
                </c:pt>
                <c:pt idx="223">
                  <c:v>13:28</c:v>
                </c:pt>
                <c:pt idx="224">
                  <c:v>13:29</c:v>
                </c:pt>
                <c:pt idx="225">
                  <c:v>13:30</c:v>
                </c:pt>
                <c:pt idx="226">
                  <c:v>13:31</c:v>
                </c:pt>
                <c:pt idx="227">
                  <c:v>13:32</c:v>
                </c:pt>
                <c:pt idx="228">
                  <c:v>13:33</c:v>
                </c:pt>
                <c:pt idx="229">
                  <c:v>13:34</c:v>
                </c:pt>
                <c:pt idx="230">
                  <c:v>13:35</c:v>
                </c:pt>
                <c:pt idx="231">
                  <c:v>13:36</c:v>
                </c:pt>
                <c:pt idx="232">
                  <c:v>13:37</c:v>
                </c:pt>
                <c:pt idx="233">
                  <c:v>13:38</c:v>
                </c:pt>
                <c:pt idx="234">
                  <c:v>13:39</c:v>
                </c:pt>
                <c:pt idx="235">
                  <c:v>13:40</c:v>
                </c:pt>
                <c:pt idx="236">
                  <c:v>13:41</c:v>
                </c:pt>
                <c:pt idx="237">
                  <c:v>13:42</c:v>
                </c:pt>
                <c:pt idx="238">
                  <c:v>13:43</c:v>
                </c:pt>
                <c:pt idx="239">
                  <c:v>13:44</c:v>
                </c:pt>
                <c:pt idx="240">
                  <c:v>13:45</c:v>
                </c:pt>
                <c:pt idx="241">
                  <c:v>13:46</c:v>
                </c:pt>
                <c:pt idx="242">
                  <c:v>13:47</c:v>
                </c:pt>
                <c:pt idx="243">
                  <c:v>13:48</c:v>
                </c:pt>
                <c:pt idx="244">
                  <c:v>13:49</c:v>
                </c:pt>
                <c:pt idx="245">
                  <c:v>13:50</c:v>
                </c:pt>
                <c:pt idx="246">
                  <c:v>13:51</c:v>
                </c:pt>
                <c:pt idx="247">
                  <c:v>13:52</c:v>
                </c:pt>
                <c:pt idx="248">
                  <c:v>13:53</c:v>
                </c:pt>
                <c:pt idx="249">
                  <c:v>13:54</c:v>
                </c:pt>
                <c:pt idx="250">
                  <c:v>13:55</c:v>
                </c:pt>
                <c:pt idx="251">
                  <c:v>13:56</c:v>
                </c:pt>
                <c:pt idx="252">
                  <c:v>13:57</c:v>
                </c:pt>
                <c:pt idx="253">
                  <c:v>13:58</c:v>
                </c:pt>
                <c:pt idx="254">
                  <c:v>13:59</c:v>
                </c:pt>
                <c:pt idx="255">
                  <c:v>14:00</c:v>
                </c:pt>
                <c:pt idx="256">
                  <c:v>14:01</c:v>
                </c:pt>
                <c:pt idx="257">
                  <c:v>14:02</c:v>
                </c:pt>
                <c:pt idx="258">
                  <c:v>14:03</c:v>
                </c:pt>
                <c:pt idx="259">
                  <c:v>14:04</c:v>
                </c:pt>
                <c:pt idx="260">
                  <c:v>14:05</c:v>
                </c:pt>
                <c:pt idx="261">
                  <c:v>14:06</c:v>
                </c:pt>
                <c:pt idx="262">
                  <c:v>14:07</c:v>
                </c:pt>
                <c:pt idx="263">
                  <c:v>14:08</c:v>
                </c:pt>
                <c:pt idx="264">
                  <c:v>14:09</c:v>
                </c:pt>
                <c:pt idx="265">
                  <c:v>14:10</c:v>
                </c:pt>
                <c:pt idx="266">
                  <c:v>14:11</c:v>
                </c:pt>
                <c:pt idx="267">
                  <c:v>14:12</c:v>
                </c:pt>
                <c:pt idx="268">
                  <c:v>14:13</c:v>
                </c:pt>
                <c:pt idx="269">
                  <c:v>14:14</c:v>
                </c:pt>
                <c:pt idx="270">
                  <c:v>14:15</c:v>
                </c:pt>
                <c:pt idx="271">
                  <c:v>14:16</c:v>
                </c:pt>
                <c:pt idx="272">
                  <c:v>14:17</c:v>
                </c:pt>
                <c:pt idx="273">
                  <c:v>14:18</c:v>
                </c:pt>
                <c:pt idx="274">
                  <c:v>14:19</c:v>
                </c:pt>
                <c:pt idx="275">
                  <c:v>14:20</c:v>
                </c:pt>
                <c:pt idx="276">
                  <c:v>14:21</c:v>
                </c:pt>
                <c:pt idx="277">
                  <c:v>14:22</c:v>
                </c:pt>
                <c:pt idx="278">
                  <c:v>14:23</c:v>
                </c:pt>
                <c:pt idx="279">
                  <c:v>14:24</c:v>
                </c:pt>
                <c:pt idx="280">
                  <c:v>14:25</c:v>
                </c:pt>
                <c:pt idx="281">
                  <c:v>14:26</c:v>
                </c:pt>
                <c:pt idx="282">
                  <c:v>14:27</c:v>
                </c:pt>
                <c:pt idx="283">
                  <c:v>14:28</c:v>
                </c:pt>
                <c:pt idx="284">
                  <c:v>14:29</c:v>
                </c:pt>
                <c:pt idx="285">
                  <c:v>14:30</c:v>
                </c:pt>
                <c:pt idx="286">
                  <c:v>14:31</c:v>
                </c:pt>
                <c:pt idx="287">
                  <c:v>14:32</c:v>
                </c:pt>
                <c:pt idx="288">
                  <c:v>14:33</c:v>
                </c:pt>
                <c:pt idx="289">
                  <c:v>14:34</c:v>
                </c:pt>
                <c:pt idx="290">
                  <c:v>14:35</c:v>
                </c:pt>
                <c:pt idx="291">
                  <c:v>14:36</c:v>
                </c:pt>
                <c:pt idx="292">
                  <c:v>14:37</c:v>
                </c:pt>
                <c:pt idx="293">
                  <c:v>14:38</c:v>
                </c:pt>
                <c:pt idx="294">
                  <c:v>14:39</c:v>
                </c:pt>
                <c:pt idx="295">
                  <c:v>14:40</c:v>
                </c:pt>
                <c:pt idx="296">
                  <c:v>14:41</c:v>
                </c:pt>
                <c:pt idx="297">
                  <c:v>14:42</c:v>
                </c:pt>
                <c:pt idx="298">
                  <c:v>14:43</c:v>
                </c:pt>
                <c:pt idx="299">
                  <c:v>14:44</c:v>
                </c:pt>
                <c:pt idx="300">
                  <c:v>14:45</c:v>
                </c:pt>
                <c:pt idx="301">
                  <c:v>14:46</c:v>
                </c:pt>
                <c:pt idx="302">
                  <c:v>14:47</c:v>
                </c:pt>
                <c:pt idx="303">
                  <c:v>14:48</c:v>
                </c:pt>
                <c:pt idx="304">
                  <c:v>14:49</c:v>
                </c:pt>
                <c:pt idx="305">
                  <c:v>14:50</c:v>
                </c:pt>
                <c:pt idx="306">
                  <c:v>14:51</c:v>
                </c:pt>
                <c:pt idx="307">
                  <c:v>14:52</c:v>
                </c:pt>
                <c:pt idx="308">
                  <c:v>14:53</c:v>
                </c:pt>
                <c:pt idx="309">
                  <c:v>14:54</c:v>
                </c:pt>
                <c:pt idx="310">
                  <c:v>14:55</c:v>
                </c:pt>
                <c:pt idx="311">
                  <c:v>14:56</c:v>
                </c:pt>
                <c:pt idx="312">
                  <c:v>14:57</c:v>
                </c:pt>
                <c:pt idx="313">
                  <c:v>14:58</c:v>
                </c:pt>
                <c:pt idx="314">
                  <c:v>14:59</c:v>
                </c:pt>
                <c:pt idx="315">
                  <c:v>15:00</c:v>
                </c:pt>
                <c:pt idx="316">
                  <c:v>15:01</c:v>
                </c:pt>
                <c:pt idx="317">
                  <c:v>15:02</c:v>
                </c:pt>
                <c:pt idx="318">
                  <c:v>15:03</c:v>
                </c:pt>
                <c:pt idx="319">
                  <c:v>15:04</c:v>
                </c:pt>
                <c:pt idx="320">
                  <c:v>15:05</c:v>
                </c:pt>
                <c:pt idx="321">
                  <c:v>15:06</c:v>
                </c:pt>
                <c:pt idx="322">
                  <c:v>15:07</c:v>
                </c:pt>
                <c:pt idx="323">
                  <c:v>15:08</c:v>
                </c:pt>
                <c:pt idx="324">
                  <c:v>15:09</c:v>
                </c:pt>
                <c:pt idx="325">
                  <c:v>15:10</c:v>
                </c:pt>
                <c:pt idx="326">
                  <c:v>15:11</c:v>
                </c:pt>
                <c:pt idx="327">
                  <c:v>15:12</c:v>
                </c:pt>
                <c:pt idx="328">
                  <c:v>15:13</c:v>
                </c:pt>
                <c:pt idx="329">
                  <c:v>15:14</c:v>
                </c:pt>
                <c:pt idx="330">
                  <c:v>15:15</c:v>
                </c:pt>
                <c:pt idx="331">
                  <c:v>15:16</c:v>
                </c:pt>
                <c:pt idx="332">
                  <c:v>15:17</c:v>
                </c:pt>
                <c:pt idx="333">
                  <c:v>15:18</c:v>
                </c:pt>
                <c:pt idx="334">
                  <c:v>15:19</c:v>
                </c:pt>
                <c:pt idx="335">
                  <c:v>15:20</c:v>
                </c:pt>
                <c:pt idx="336">
                  <c:v>15:21</c:v>
                </c:pt>
                <c:pt idx="337">
                  <c:v>15:22</c:v>
                </c:pt>
                <c:pt idx="338">
                  <c:v>15:23</c:v>
                </c:pt>
                <c:pt idx="339">
                  <c:v>15:24</c:v>
                </c:pt>
                <c:pt idx="340">
                  <c:v>15:25</c:v>
                </c:pt>
                <c:pt idx="341">
                  <c:v>15:26</c:v>
                </c:pt>
                <c:pt idx="342">
                  <c:v>15:27</c:v>
                </c:pt>
                <c:pt idx="343">
                  <c:v>15:28</c:v>
                </c:pt>
                <c:pt idx="344">
                  <c:v>15:29</c:v>
                </c:pt>
                <c:pt idx="345">
                  <c:v>15:30</c:v>
                </c:pt>
                <c:pt idx="346">
                  <c:v>15:31</c:v>
                </c:pt>
                <c:pt idx="347">
                  <c:v>15:32</c:v>
                </c:pt>
                <c:pt idx="348">
                  <c:v>15:33</c:v>
                </c:pt>
                <c:pt idx="349">
                  <c:v>15:34</c:v>
                </c:pt>
                <c:pt idx="350">
                  <c:v>15:35</c:v>
                </c:pt>
                <c:pt idx="351">
                  <c:v>15:36</c:v>
                </c:pt>
                <c:pt idx="352">
                  <c:v>15:37</c:v>
                </c:pt>
                <c:pt idx="353">
                  <c:v>15:38</c:v>
                </c:pt>
                <c:pt idx="354">
                  <c:v>15:39</c:v>
                </c:pt>
                <c:pt idx="355">
                  <c:v>15:40</c:v>
                </c:pt>
                <c:pt idx="356">
                  <c:v>15:41</c:v>
                </c:pt>
                <c:pt idx="357">
                  <c:v>15:42</c:v>
                </c:pt>
                <c:pt idx="358">
                  <c:v>15:43</c:v>
                </c:pt>
                <c:pt idx="359">
                  <c:v>15:44</c:v>
                </c:pt>
                <c:pt idx="360">
                  <c:v>15:45</c:v>
                </c:pt>
                <c:pt idx="361">
                  <c:v>15:46</c:v>
                </c:pt>
                <c:pt idx="362">
                  <c:v>15:47</c:v>
                </c:pt>
                <c:pt idx="363">
                  <c:v>15:48</c:v>
                </c:pt>
                <c:pt idx="364">
                  <c:v>15:49</c:v>
                </c:pt>
                <c:pt idx="365">
                  <c:v>15:50</c:v>
                </c:pt>
                <c:pt idx="366">
                  <c:v>15:51</c:v>
                </c:pt>
                <c:pt idx="367">
                  <c:v>15:52</c:v>
                </c:pt>
                <c:pt idx="368">
                  <c:v>15:53</c:v>
                </c:pt>
                <c:pt idx="369">
                  <c:v>15:54</c:v>
                </c:pt>
              </c:strCache>
            </c:strRef>
          </c:cat>
          <c:val>
            <c:numRef>
              <c:f>Sheet1!$D$2:$D$371</c:f>
              <c:numCache>
                <c:formatCode>General</c:formatCode>
                <c:ptCount val="370"/>
                <c:pt idx="0">
                  <c:v>703.5148746330643</c:v>
                </c:pt>
                <c:pt idx="1">
                  <c:v>703.4540745905355</c:v>
                </c:pt>
                <c:pt idx="2">
                  <c:v>703.3323385546677</c:v>
                </c:pt>
                <c:pt idx="3">
                  <c:v>703.4164864679957</c:v>
                </c:pt>
                <c:pt idx="4">
                  <c:v>703.2866946684026</c:v>
                </c:pt>
                <c:pt idx="5">
                  <c:v>703.2764185383081</c:v>
                </c:pt>
                <c:pt idx="6">
                  <c:v>703.2819289667957</c:v>
                </c:pt>
                <c:pt idx="7">
                  <c:v>703.1811828158275</c:v>
                </c:pt>
                <c:pt idx="8">
                  <c:v>703.3105616271965</c:v>
                </c:pt>
                <c:pt idx="9">
                  <c:v>703.3661043767027</c:v>
                </c:pt>
                <c:pt idx="10">
                  <c:v>703.3165774003719</c:v>
                </c:pt>
                <c:pt idx="11">
                  <c:v>703.2018670484233</c:v>
                </c:pt>
                <c:pt idx="12">
                  <c:v>703.2601702593122</c:v>
                </c:pt>
                <c:pt idx="13">
                  <c:v>703.2235466593122</c:v>
                </c:pt>
                <c:pt idx="14">
                  <c:v>703.1535019012824</c:v>
                </c:pt>
                <c:pt idx="15">
                  <c:v>703.0868655999232</c:v>
                </c:pt>
                <c:pt idx="16">
                  <c:v>703.1427608334639</c:v>
                </c:pt>
                <c:pt idx="17">
                  <c:v>703.1427608334639</c:v>
                </c:pt>
                <c:pt idx="18">
                  <c:v>703.0682838771919</c:v>
                </c:pt>
                <c:pt idx="19">
                  <c:v>703.1916368002459</c:v>
                </c:pt>
                <c:pt idx="20">
                  <c:v>703.1083565342306</c:v>
                </c:pt>
                <c:pt idx="21">
                  <c:v>702.9126205394313</c:v>
                </c:pt>
                <c:pt idx="22">
                  <c:v>703.0163419907435</c:v>
                </c:pt>
                <c:pt idx="23">
                  <c:v>703.1069840491764</c:v>
                </c:pt>
                <c:pt idx="24">
                  <c:v>703.0278510859728</c:v>
                </c:pt>
                <c:pt idx="25">
                  <c:v>702.9827348544961</c:v>
                </c:pt>
                <c:pt idx="26">
                  <c:v>702.9573369812869</c:v>
                </c:pt>
                <c:pt idx="27">
                  <c:v>703.0042372848344</c:v>
                </c:pt>
                <c:pt idx="28">
                  <c:v>702.8285626273478</c:v>
                </c:pt>
                <c:pt idx="29">
                  <c:v>702.867766057296</c:v>
                </c:pt>
                <c:pt idx="30">
                  <c:v>702.8970505893021</c:v>
                </c:pt>
                <c:pt idx="31">
                  <c:v>703.0489497315623</c:v>
                </c:pt>
                <c:pt idx="32">
                  <c:v>703.0687479927857</c:v>
                </c:pt>
                <c:pt idx="33">
                  <c:v>703.1379159345993</c:v>
                </c:pt>
                <c:pt idx="34">
                  <c:v>703.118861346009</c:v>
                </c:pt>
                <c:pt idx="35">
                  <c:v>703.1444782019587</c:v>
                </c:pt>
                <c:pt idx="36">
                  <c:v>703.1525805904873</c:v>
                </c:pt>
                <c:pt idx="37">
                  <c:v>702.9634514851199</c:v>
                </c:pt>
                <c:pt idx="38">
                  <c:v>702.9983753120815</c:v>
                </c:pt>
                <c:pt idx="39">
                  <c:v>703.0402979570849</c:v>
                </c:pt>
                <c:pt idx="40">
                  <c:v>703.0323896396804</c:v>
                </c:pt>
                <c:pt idx="41">
                  <c:v>702.9955582291884</c:v>
                </c:pt>
                <c:pt idx="42">
                  <c:v>702.9482140693162</c:v>
                </c:pt>
                <c:pt idx="43">
                  <c:v>702.9691892516454</c:v>
                </c:pt>
                <c:pt idx="44">
                  <c:v>702.9358680581041</c:v>
                </c:pt>
                <c:pt idx="45">
                  <c:v>702.9112516325292</c:v>
                </c:pt>
                <c:pt idx="46">
                  <c:v>702.9562833768653</c:v>
                </c:pt>
                <c:pt idx="47">
                  <c:v>702.9861764112023</c:v>
                </c:pt>
                <c:pt idx="48">
                  <c:v>702.9205770950375</c:v>
                </c:pt>
                <c:pt idx="49">
                  <c:v>702.8915355400943</c:v>
                </c:pt>
                <c:pt idx="50">
                  <c:v>702.8978409618753</c:v>
                </c:pt>
                <c:pt idx="51">
                  <c:v>702.8965423452793</c:v>
                </c:pt>
                <c:pt idx="52">
                  <c:v>702.8509715734858</c:v>
                </c:pt>
                <c:pt idx="53">
                  <c:v>702.8936746419079</c:v>
                </c:pt>
                <c:pt idx="54">
                  <c:v>702.9457845926102</c:v>
                </c:pt>
                <c:pt idx="55">
                  <c:v>702.852751574974</c:v>
                </c:pt>
                <c:pt idx="56">
                  <c:v>702.879977285314</c:v>
                </c:pt>
                <c:pt idx="57">
                  <c:v>702.845368869193</c:v>
                </c:pt>
                <c:pt idx="58">
                  <c:v>702.7763493458729</c:v>
                </c:pt>
                <c:pt idx="59">
                  <c:v>702.6832492910796</c:v>
                </c:pt>
                <c:pt idx="60">
                  <c:v>702.7062406753395</c:v>
                </c:pt>
                <c:pt idx="61">
                  <c:v>702.6298956369071</c:v>
                </c:pt>
                <c:pt idx="62">
                  <c:v>702.6097267283819</c:v>
                </c:pt>
                <c:pt idx="63">
                  <c:v>702.5006342329679</c:v>
                </c:pt>
                <c:pt idx="64">
                  <c:v>702.4583915883243</c:v>
                </c:pt>
                <c:pt idx="65">
                  <c:v>702.5707097924047</c:v>
                </c:pt>
                <c:pt idx="66">
                  <c:v>702.5151799628431</c:v>
                </c:pt>
                <c:pt idx="67">
                  <c:v>702.5689113727707</c:v>
                </c:pt>
                <c:pt idx="68">
                  <c:v>702.5686217749682</c:v>
                </c:pt>
                <c:pt idx="69">
                  <c:v>702.5939271168121</c:v>
                </c:pt>
                <c:pt idx="70">
                  <c:v>702.6050565230938</c:v>
                </c:pt>
                <c:pt idx="71">
                  <c:v>702.5630664712763</c:v>
                </c:pt>
                <c:pt idx="72">
                  <c:v>702.5574134771537</c:v>
                </c:pt>
                <c:pt idx="73">
                  <c:v>702.4536968469306</c:v>
                </c:pt>
                <c:pt idx="74">
                  <c:v>702.3307182832041</c:v>
                </c:pt>
                <c:pt idx="75">
                  <c:v>702.3486279115297</c:v>
                </c:pt>
                <c:pt idx="76">
                  <c:v>702.4959842851583</c:v>
                </c:pt>
                <c:pt idx="77">
                  <c:v>702.3887374009016</c:v>
                </c:pt>
                <c:pt idx="78">
                  <c:v>702.4253509587858</c:v>
                </c:pt>
                <c:pt idx="79">
                  <c:v>702.4398559817481</c:v>
                </c:pt>
                <c:pt idx="80">
                  <c:v>702.357616833449</c:v>
                </c:pt>
                <c:pt idx="81">
                  <c:v>702.3683659348429</c:v>
                </c:pt>
                <c:pt idx="82">
                  <c:v>702.4170844532249</c:v>
                </c:pt>
                <c:pt idx="83">
                  <c:v>702.4344078160336</c:v>
                </c:pt>
                <c:pt idx="84">
                  <c:v>702.4768672671709</c:v>
                </c:pt>
                <c:pt idx="85">
                  <c:v>702.4284325837378</c:v>
                </c:pt>
                <c:pt idx="86">
                  <c:v>702.3401006760396</c:v>
                </c:pt>
                <c:pt idx="87">
                  <c:v>702.4566602159944</c:v>
                </c:pt>
                <c:pt idx="88">
                  <c:v>702.3974660979314</c:v>
                </c:pt>
                <c:pt idx="89">
                  <c:v>702.4430880148817</c:v>
                </c:pt>
                <c:pt idx="90">
                  <c:v>702.4341900805248</c:v>
                </c:pt>
                <c:pt idx="91">
                  <c:v>702.4448476088681</c:v>
                </c:pt>
                <c:pt idx="92">
                  <c:v>702.4273109445417</c:v>
                </c:pt>
                <c:pt idx="93">
                  <c:v>702.44229541654</c:v>
                </c:pt>
                <c:pt idx="94">
                  <c:v>702.4334724077625</c:v>
                </c:pt>
                <c:pt idx="95">
                  <c:v>702.4181079265175</c:v>
                </c:pt>
                <c:pt idx="96">
                  <c:v>702.3980288973879</c:v>
                </c:pt>
                <c:pt idx="97">
                  <c:v>702.3123272677948</c:v>
                </c:pt>
                <c:pt idx="98">
                  <c:v>702.2738158868142</c:v>
                </c:pt>
                <c:pt idx="99">
                  <c:v>702.228295603422</c:v>
                </c:pt>
                <c:pt idx="100">
                  <c:v>702.2075477832074</c:v>
                </c:pt>
                <c:pt idx="101">
                  <c:v>702.0946597982294</c:v>
                </c:pt>
                <c:pt idx="102">
                  <c:v>702.0612870705667</c:v>
                </c:pt>
                <c:pt idx="103">
                  <c:v>702.0214647380916</c:v>
                </c:pt>
                <c:pt idx="104">
                  <c:v>701.9988243530604</c:v>
                </c:pt>
                <c:pt idx="105">
                  <c:v>701.9716917337657</c:v>
                </c:pt>
                <c:pt idx="106">
                  <c:v>701.9763519245926</c:v>
                </c:pt>
                <c:pt idx="107">
                  <c:v>701.8894688566952</c:v>
                </c:pt>
                <c:pt idx="108">
                  <c:v>701.8944447037635</c:v>
                </c:pt>
                <c:pt idx="109">
                  <c:v>701.9406742519237</c:v>
                </c:pt>
                <c:pt idx="110">
                  <c:v>701.9468552042497</c:v>
                </c:pt>
                <c:pt idx="111">
                  <c:v>701.9560804592732</c:v>
                </c:pt>
                <c:pt idx="112">
                  <c:v>701.871876876889</c:v>
                </c:pt>
                <c:pt idx="113">
                  <c:v>701.9544902502453</c:v>
                </c:pt>
                <c:pt idx="114">
                  <c:v>702.0350263030466</c:v>
                </c:pt>
                <c:pt idx="115">
                  <c:v>702.1100648097919</c:v>
                </c:pt>
                <c:pt idx="116">
                  <c:v>702.021123524172</c:v>
                </c:pt>
                <c:pt idx="117">
                  <c:v>702.120872027688</c:v>
                </c:pt>
                <c:pt idx="118">
                  <c:v>702.0801676562938</c:v>
                </c:pt>
                <c:pt idx="119">
                  <c:v>702.115731628751</c:v>
                </c:pt>
                <c:pt idx="120">
                  <c:v>702.1555773525602</c:v>
                </c:pt>
                <c:pt idx="121">
                  <c:v>702.1586062303986</c:v>
                </c:pt>
                <c:pt idx="122">
                  <c:v>702.1560827330943</c:v>
                </c:pt>
                <c:pt idx="123">
                  <c:v>702.1608337967074</c:v>
                </c:pt>
                <c:pt idx="124">
                  <c:v>702.1949756340713</c:v>
                </c:pt>
                <c:pt idx="125">
                  <c:v>702.2762585179061</c:v>
                </c:pt>
                <c:pt idx="126">
                  <c:v>702.2074419350067</c:v>
                </c:pt>
                <c:pt idx="127">
                  <c:v>702.1420431777663</c:v>
                </c:pt>
                <c:pt idx="128">
                  <c:v>702.2163924791223</c:v>
                </c:pt>
                <c:pt idx="129">
                  <c:v>702.211806924961</c:v>
                </c:pt>
                <c:pt idx="130">
                  <c:v>702.2339477801808</c:v>
                </c:pt>
                <c:pt idx="131">
                  <c:v>702.1561013500838</c:v>
                </c:pt>
                <c:pt idx="132">
                  <c:v>702.1210469269497</c:v>
                </c:pt>
                <c:pt idx="133">
                  <c:v>702.0401717903243</c:v>
                </c:pt>
                <c:pt idx="134">
                  <c:v>702.0512450424209</c:v>
                </c:pt>
                <c:pt idx="135">
                  <c:v>702.061313014813</c:v>
                </c:pt>
                <c:pt idx="136">
                  <c:v>702.0524235241312</c:v>
                </c:pt>
                <c:pt idx="137">
                  <c:v>702.0678302161186</c:v>
                </c:pt>
                <c:pt idx="138">
                  <c:v>702.0408921863118</c:v>
                </c:pt>
                <c:pt idx="139">
                  <c:v>702.0695081291341</c:v>
                </c:pt>
                <c:pt idx="140">
                  <c:v>702.1157016632691</c:v>
                </c:pt>
                <c:pt idx="141">
                  <c:v>702.169037224225</c:v>
                </c:pt>
                <c:pt idx="142">
                  <c:v>702.2107186775223</c:v>
                </c:pt>
                <c:pt idx="143">
                  <c:v>702.2047101212805</c:v>
                </c:pt>
                <c:pt idx="144">
                  <c:v>702.1862643897316</c:v>
                </c:pt>
                <c:pt idx="145">
                  <c:v>702.2037614170769</c:v>
                </c:pt>
                <c:pt idx="146">
                  <c:v>702.2199697967314</c:v>
                </c:pt>
                <c:pt idx="147">
                  <c:v>702.2330265306565</c:v>
                </c:pt>
                <c:pt idx="148">
                  <c:v>702.2504139767573</c:v>
                </c:pt>
                <c:pt idx="149">
                  <c:v>702.2575092494288</c:v>
                </c:pt>
                <c:pt idx="150">
                  <c:v>702.1050783197522</c:v>
                </c:pt>
                <c:pt idx="151">
                  <c:v>702.1511685882624</c:v>
                </c:pt>
                <c:pt idx="152">
                  <c:v>702.1553134021036</c:v>
                </c:pt>
                <c:pt idx="153">
                  <c:v>702.1144781707125</c:v>
                </c:pt>
                <c:pt idx="154">
                  <c:v>702.143588266884</c:v>
                </c:pt>
                <c:pt idx="155">
                  <c:v>702.218438642814</c:v>
                </c:pt>
                <c:pt idx="156">
                  <c:v>702.2979036190752</c:v>
                </c:pt>
                <c:pt idx="157">
                  <c:v>702.2756479375981</c:v>
                </c:pt>
                <c:pt idx="158">
                  <c:v>702.2379559296692</c:v>
                </c:pt>
                <c:pt idx="159">
                  <c:v>702.310701122792</c:v>
                </c:pt>
                <c:pt idx="160">
                  <c:v>702.3556801976421</c:v>
                </c:pt>
                <c:pt idx="161">
                  <c:v>702.418248178314</c:v>
                </c:pt>
                <c:pt idx="162">
                  <c:v>702.416244743869</c:v>
                </c:pt>
                <c:pt idx="163">
                  <c:v>702.3543459091702</c:v>
                </c:pt>
                <c:pt idx="164">
                  <c:v>702.3154369847587</c:v>
                </c:pt>
                <c:pt idx="165">
                  <c:v>702.3785328233125</c:v>
                </c:pt>
                <c:pt idx="166">
                  <c:v>702.3931988684786</c:v>
                </c:pt>
                <c:pt idx="167">
                  <c:v>702.4577434979325</c:v>
                </c:pt>
                <c:pt idx="168">
                  <c:v>702.4161778867738</c:v>
                </c:pt>
                <c:pt idx="169">
                  <c:v>702.4838818877248</c:v>
                </c:pt>
                <c:pt idx="170">
                  <c:v>702.5633420149435</c:v>
                </c:pt>
                <c:pt idx="171">
                  <c:v>702.4886820983415</c:v>
                </c:pt>
                <c:pt idx="172">
                  <c:v>702.4600020417104</c:v>
                </c:pt>
                <c:pt idx="173">
                  <c:v>702.4233989103177</c:v>
                </c:pt>
                <c:pt idx="174">
                  <c:v>702.3557440388191</c:v>
                </c:pt>
                <c:pt idx="175">
                  <c:v>702.3327929689143</c:v>
                </c:pt>
                <c:pt idx="176">
                  <c:v>702.3264372189495</c:v>
                </c:pt>
                <c:pt idx="177">
                  <c:v>702.375759284119</c:v>
                </c:pt>
                <c:pt idx="178">
                  <c:v>702.3708974714009</c:v>
                </c:pt>
                <c:pt idx="179">
                  <c:v>702.3460785723574</c:v>
                </c:pt>
                <c:pt idx="180">
                  <c:v>702.346646206326</c:v>
                </c:pt>
                <c:pt idx="181">
                  <c:v>702.3553447902606</c:v>
                </c:pt>
                <c:pt idx="182">
                  <c:v>702.3790338908192</c:v>
                </c:pt>
                <c:pt idx="183">
                  <c:v>702.3376043064198</c:v>
                </c:pt>
                <c:pt idx="184">
                  <c:v>702.3673403298411</c:v>
                </c:pt>
                <c:pt idx="185">
                  <c:v>702.333613296941</c:v>
                </c:pt>
                <c:pt idx="186">
                  <c:v>702.3744373398811</c:v>
                </c:pt>
                <c:pt idx="187">
                  <c:v>702.4008787204208</c:v>
                </c:pt>
                <c:pt idx="188">
                  <c:v>702.3623316404412</c:v>
                </c:pt>
                <c:pt idx="189">
                  <c:v>702.3099822509126</c:v>
                </c:pt>
                <c:pt idx="190">
                  <c:v>702.2748311990567</c:v>
                </c:pt>
                <c:pt idx="191">
                  <c:v>702.1776976602838</c:v>
                </c:pt>
                <c:pt idx="192">
                  <c:v>702.1769657259798</c:v>
                </c:pt>
                <c:pt idx="193">
                  <c:v>702.1718696330431</c:v>
                </c:pt>
                <c:pt idx="194">
                  <c:v>702.1199201555827</c:v>
                </c:pt>
                <c:pt idx="195">
                  <c:v>702.0572660083108</c:v>
                </c:pt>
                <c:pt idx="196">
                  <c:v>702.1198737626893</c:v>
                </c:pt>
                <c:pt idx="197">
                  <c:v>702.0614588678969</c:v>
                </c:pt>
                <c:pt idx="198">
                  <c:v>702.12868832766</c:v>
                </c:pt>
                <c:pt idx="199">
                  <c:v>702.0644963367016</c:v>
                </c:pt>
                <c:pt idx="200">
                  <c:v>702.0692882772619</c:v>
                </c:pt>
                <c:pt idx="201">
                  <c:v>702.0766006970716</c:v>
                </c:pt>
                <c:pt idx="202">
                  <c:v>702.1417922802432</c:v>
                </c:pt>
                <c:pt idx="203">
                  <c:v>702.1572362587724</c:v>
                </c:pt>
                <c:pt idx="204">
                  <c:v>702.0956019054204</c:v>
                </c:pt>
                <c:pt idx="205">
                  <c:v>702.079863275625</c:v>
                </c:pt>
                <c:pt idx="206">
                  <c:v>702.0527766949448</c:v>
                </c:pt>
                <c:pt idx="207">
                  <c:v>702.0339825490665</c:v>
                </c:pt>
                <c:pt idx="208">
                  <c:v>702.1121100625711</c:v>
                </c:pt>
                <c:pt idx="209">
                  <c:v>702.114746326689</c:v>
                </c:pt>
                <c:pt idx="210">
                  <c:v>702.0454912580265</c:v>
                </c:pt>
                <c:pt idx="211">
                  <c:v>702.0846182298943</c:v>
                </c:pt>
                <c:pt idx="212">
                  <c:v>702.1185113148559</c:v>
                </c:pt>
                <c:pt idx="213">
                  <c:v>702.1338992690202</c:v>
                </c:pt>
                <c:pt idx="214">
                  <c:v>702.1415083578148</c:v>
                </c:pt>
                <c:pt idx="215">
                  <c:v>702.0810158075703</c:v>
                </c:pt>
                <c:pt idx="216">
                  <c:v>702.0622794878029</c:v>
                </c:pt>
                <c:pt idx="217">
                  <c:v>702.0054051591511</c:v>
                </c:pt>
                <c:pt idx="218">
                  <c:v>701.986464119842</c:v>
                </c:pt>
                <c:pt idx="219">
                  <c:v>701.9720457610232</c:v>
                </c:pt>
                <c:pt idx="220">
                  <c:v>702.0013586603919</c:v>
                </c:pt>
                <c:pt idx="221">
                  <c:v>701.9905822484316</c:v>
                </c:pt>
                <c:pt idx="222">
                  <c:v>702.008898943763</c:v>
                </c:pt>
                <c:pt idx="223">
                  <c:v>701.9809317447061</c:v>
                </c:pt>
                <c:pt idx="224">
                  <c:v>701.9275869109124</c:v>
                </c:pt>
                <c:pt idx="225">
                  <c:v>701.8865854083803</c:v>
                </c:pt>
                <c:pt idx="226">
                  <c:v>701.9058679858342</c:v>
                </c:pt>
                <c:pt idx="227">
                  <c:v>701.9461906499006</c:v>
                </c:pt>
                <c:pt idx="228">
                  <c:v>701.981817711645</c:v>
                </c:pt>
                <c:pt idx="229">
                  <c:v>701.960572376334</c:v>
                </c:pt>
                <c:pt idx="230">
                  <c:v>701.9522941717254</c:v>
                </c:pt>
                <c:pt idx="231">
                  <c:v>701.9758074014843</c:v>
                </c:pt>
                <c:pt idx="232">
                  <c:v>701.9753576071279</c:v>
                </c:pt>
                <c:pt idx="233">
                  <c:v>701.9335074060584</c:v>
                </c:pt>
                <c:pt idx="234">
                  <c:v>701.9427000668067</c:v>
                </c:pt>
                <c:pt idx="235">
                  <c:v>701.9192611498061</c:v>
                </c:pt>
                <c:pt idx="236">
                  <c:v>701.9082889802048</c:v>
                </c:pt>
                <c:pt idx="237">
                  <c:v>701.8916903405833</c:v>
                </c:pt>
                <c:pt idx="238">
                  <c:v>701.8766410102828</c:v>
                </c:pt>
                <c:pt idx="239">
                  <c:v>701.8886776056513</c:v>
                </c:pt>
                <c:pt idx="240">
                  <c:v>701.9079285486587</c:v>
                </c:pt>
                <c:pt idx="241">
                  <c:v>701.9696417492279</c:v>
                </c:pt>
                <c:pt idx="242">
                  <c:v>701.9488563322994</c:v>
                </c:pt>
                <c:pt idx="243">
                  <c:v>702.0577533006506</c:v>
                </c:pt>
                <c:pt idx="244">
                  <c:v>702.0293217709831</c:v>
                </c:pt>
                <c:pt idx="245">
                  <c:v>701.9796288548936</c:v>
                </c:pt>
                <c:pt idx="246">
                  <c:v>701.9452218333454</c:v>
                </c:pt>
                <c:pt idx="247">
                  <c:v>701.9471010483207</c:v>
                </c:pt>
                <c:pt idx="248">
                  <c:v>701.9551412306562</c:v>
                </c:pt>
                <c:pt idx="249">
                  <c:v>701.9209990645307</c:v>
                </c:pt>
                <c:pt idx="250">
                  <c:v>701.8962338705543</c:v>
                </c:pt>
                <c:pt idx="251">
                  <c:v>701.9160811791577</c:v>
                </c:pt>
                <c:pt idx="252">
                  <c:v>701.9695847300374</c:v>
                </c:pt>
                <c:pt idx="253">
                  <c:v>701.9903420735459</c:v>
                </c:pt>
                <c:pt idx="254">
                  <c:v>701.9972839576192</c:v>
                </c:pt>
                <c:pt idx="255">
                  <c:v>701.9559945034794</c:v>
                </c:pt>
                <c:pt idx="256">
                  <c:v>702.0381993592639</c:v>
                </c:pt>
                <c:pt idx="257">
                  <c:v>702.0434981806313</c:v>
                </c:pt>
                <c:pt idx="258">
                  <c:v>702.0125994050312</c:v>
                </c:pt>
                <c:pt idx="259">
                  <c:v>702.0475138433324</c:v>
                </c:pt>
                <c:pt idx="260">
                  <c:v>702.0973521604708</c:v>
                </c:pt>
                <c:pt idx="261">
                  <c:v>702.053329897658</c:v>
                </c:pt>
                <c:pt idx="262">
                  <c:v>702.0801536586524</c:v>
                </c:pt>
                <c:pt idx="263">
                  <c:v>702.0836463885375</c:v>
                </c:pt>
                <c:pt idx="264">
                  <c:v>702.1087999214152</c:v>
                </c:pt>
                <c:pt idx="265">
                  <c:v>702.1563869232924</c:v>
                </c:pt>
                <c:pt idx="266">
                  <c:v>702.1958320219343</c:v>
                </c:pt>
                <c:pt idx="267">
                  <c:v>702.2396547658827</c:v>
                </c:pt>
                <c:pt idx="268">
                  <c:v>702.1908048576279</c:v>
                </c:pt>
                <c:pt idx="269">
                  <c:v>702.1265305403675</c:v>
                </c:pt>
                <c:pt idx="270">
                  <c:v>702.1131766134831</c:v>
                </c:pt>
                <c:pt idx="271">
                  <c:v>702.1186858225662</c:v>
                </c:pt>
                <c:pt idx="272">
                  <c:v>702.1463275628297</c:v>
                </c:pt>
                <c:pt idx="273">
                  <c:v>702.0765964035814</c:v>
                </c:pt>
                <c:pt idx="274">
                  <c:v>702.1029614830978</c:v>
                </c:pt>
                <c:pt idx="275">
                  <c:v>702.1267687502774</c:v>
                </c:pt>
                <c:pt idx="276">
                  <c:v>702.1683559594003</c:v>
                </c:pt>
                <c:pt idx="277">
                  <c:v>702.1577967921241</c:v>
                </c:pt>
                <c:pt idx="278">
                  <c:v>702.1433801158097</c:v>
                </c:pt>
                <c:pt idx="279">
                  <c:v>702.1431303611598</c:v>
                </c:pt>
                <c:pt idx="280">
                  <c:v>702.1817794052166</c:v>
                </c:pt>
                <c:pt idx="281">
                  <c:v>702.2195596216718</c:v>
                </c:pt>
                <c:pt idx="282">
                  <c:v>702.24059688136</c:v>
                </c:pt>
                <c:pt idx="283">
                  <c:v>702.1881104543064</c:v>
                </c:pt>
                <c:pt idx="284">
                  <c:v>702.2276934911513</c:v>
                </c:pt>
                <c:pt idx="285">
                  <c:v>702.1607598100105</c:v>
                </c:pt>
                <c:pt idx="286">
                  <c:v>702.1810829936782</c:v>
                </c:pt>
                <c:pt idx="287">
                  <c:v>702.1196282989276</c:v>
                </c:pt>
                <c:pt idx="288">
                  <c:v>702.0687517538322</c:v>
                </c:pt>
                <c:pt idx="289">
                  <c:v>702.0515938247777</c:v>
                </c:pt>
                <c:pt idx="290">
                  <c:v>702.0206651283198</c:v>
                </c:pt>
                <c:pt idx="291">
                  <c:v>701.9861475115838</c:v>
                </c:pt>
                <c:pt idx="292">
                  <c:v>701.9761232521995</c:v>
                </c:pt>
                <c:pt idx="293">
                  <c:v>701.9547369927878</c:v>
                </c:pt>
                <c:pt idx="294">
                  <c:v>701.9062528624723</c:v>
                </c:pt>
                <c:pt idx="295">
                  <c:v>701.9243838827691</c:v>
                </c:pt>
                <c:pt idx="296">
                  <c:v>701.9105501432895</c:v>
                </c:pt>
                <c:pt idx="297">
                  <c:v>701.8998377804667</c:v>
                </c:pt>
                <c:pt idx="298">
                  <c:v>701.9164938100469</c:v>
                </c:pt>
                <c:pt idx="299">
                  <c:v>701.9483225923166</c:v>
                </c:pt>
                <c:pt idx="300">
                  <c:v>701.8887031070851</c:v>
                </c:pt>
                <c:pt idx="301">
                  <c:v>701.9215628888132</c:v>
                </c:pt>
                <c:pt idx="302">
                  <c:v>701.8492412927283</c:v>
                </c:pt>
                <c:pt idx="303">
                  <c:v>701.757959578016</c:v>
                </c:pt>
                <c:pt idx="304">
                  <c:v>701.8130166701108</c:v>
                </c:pt>
                <c:pt idx="305">
                  <c:v>701.8224136705493</c:v>
                </c:pt>
                <c:pt idx="306">
                  <c:v>701.8224136705493</c:v>
                </c:pt>
                <c:pt idx="307">
                  <c:v>701.7573111421727</c:v>
                </c:pt>
                <c:pt idx="308">
                  <c:v>701.8244941426764</c:v>
                </c:pt>
                <c:pt idx="309">
                  <c:v>701.8809365047356</c:v>
                </c:pt>
                <c:pt idx="310">
                  <c:v>701.8753181598394</c:v>
                </c:pt>
                <c:pt idx="311">
                  <c:v>701.9256626892385</c:v>
                </c:pt>
                <c:pt idx="312">
                  <c:v>701.9608733869364</c:v>
                </c:pt>
                <c:pt idx="313">
                  <c:v>701.9655749089168</c:v>
                </c:pt>
                <c:pt idx="314">
                  <c:v>701.9485386042188</c:v>
                </c:pt>
                <c:pt idx="315">
                  <c:v>701.9902123365882</c:v>
                </c:pt>
                <c:pt idx="316">
                  <c:v>702.0073047822913</c:v>
                </c:pt>
                <c:pt idx="317">
                  <c:v>701.9688769659703</c:v>
                </c:pt>
                <c:pt idx="318">
                  <c:v>701.9559458190796</c:v>
                </c:pt>
                <c:pt idx="319">
                  <c:v>701.8984122800846</c:v>
                </c:pt>
                <c:pt idx="320">
                  <c:v>701.9592644944074</c:v>
                </c:pt>
                <c:pt idx="321">
                  <c:v>701.9113780959495</c:v>
                </c:pt>
                <c:pt idx="322">
                  <c:v>702.0271154432801</c:v>
                </c:pt>
                <c:pt idx="323">
                  <c:v>702.0678528307633</c:v>
                </c:pt>
                <c:pt idx="324">
                  <c:v>702.0159380870493</c:v>
                </c:pt>
                <c:pt idx="325">
                  <c:v>702.0166487768103</c:v>
                </c:pt>
                <c:pt idx="326">
                  <c:v>702.0596702872566</c:v>
                </c:pt>
                <c:pt idx="327">
                  <c:v>702.0277356515852</c:v>
                </c:pt>
                <c:pt idx="328">
                  <c:v>702.0393012699747</c:v>
                </c:pt>
                <c:pt idx="329">
                  <c:v>702.0491719030789</c:v>
                </c:pt>
                <c:pt idx="330">
                  <c:v>702.0356216874575</c:v>
                </c:pt>
                <c:pt idx="331">
                  <c:v>702.0522719319612</c:v>
                </c:pt>
                <c:pt idx="332">
                  <c:v>702.0555237469238</c:v>
                </c:pt>
                <c:pt idx="333">
                  <c:v>702.0213865627582</c:v>
                </c:pt>
                <c:pt idx="334">
                  <c:v>701.9998342146354</c:v>
                </c:pt>
                <c:pt idx="335">
                  <c:v>702.0763207586699</c:v>
                </c:pt>
                <c:pt idx="336">
                  <c:v>702.0766208257028</c:v>
                </c:pt>
                <c:pt idx="337">
                  <c:v>702.0805053968598</c:v>
                </c:pt>
                <c:pt idx="338">
                  <c:v>702.0715164941331</c:v>
                </c:pt>
                <c:pt idx="339">
                  <c:v>702.0563155729416</c:v>
                </c:pt>
                <c:pt idx="340">
                  <c:v>702.0788184515478</c:v>
                </c:pt>
                <c:pt idx="341">
                  <c:v>702.0604481349131</c:v>
                </c:pt>
                <c:pt idx="342">
                  <c:v>702.1136879076997</c:v>
                </c:pt>
                <c:pt idx="343">
                  <c:v>702.0810759587548</c:v>
                </c:pt>
                <c:pt idx="344">
                  <c:v>702.0856288735245</c:v>
                </c:pt>
                <c:pt idx="345">
                  <c:v>702.1189518986971</c:v>
                </c:pt>
                <c:pt idx="346">
                  <c:v>702.0569843388378</c:v>
                </c:pt>
                <c:pt idx="347">
                  <c:v>702.0617709779244</c:v>
                </c:pt>
                <c:pt idx="348">
                  <c:v>702.0925228946762</c:v>
                </c:pt>
                <c:pt idx="349">
                  <c:v>702.0691029854953</c:v>
                </c:pt>
                <c:pt idx="350">
                  <c:v>702.0671158976916</c:v>
                </c:pt>
                <c:pt idx="351">
                  <c:v>702.0752934304096</c:v>
                </c:pt>
                <c:pt idx="352">
                  <c:v>702.046487486815</c:v>
                </c:pt>
                <c:pt idx="353">
                  <c:v>702.0477290565826</c:v>
                </c:pt>
                <c:pt idx="354">
                  <c:v>702.0598520559047</c:v>
                </c:pt>
                <c:pt idx="355">
                  <c:v>702.084238987023</c:v>
                </c:pt>
                <c:pt idx="356">
                  <c:v>702.0693307333064</c:v>
                </c:pt>
                <c:pt idx="357">
                  <c:v>702.0132659155763</c:v>
                </c:pt>
                <c:pt idx="358">
                  <c:v>702.0198526048293</c:v>
                </c:pt>
                <c:pt idx="359">
                  <c:v>702.045110444976</c:v>
                </c:pt>
                <c:pt idx="360">
                  <c:v>701.9325444253867</c:v>
                </c:pt>
                <c:pt idx="361">
                  <c:v>701.9599082420119</c:v>
                </c:pt>
                <c:pt idx="362">
                  <c:v>701.9441625263476</c:v>
                </c:pt>
                <c:pt idx="363">
                  <c:v>701.9171051061059</c:v>
                </c:pt>
                <c:pt idx="364">
                  <c:v>701.942408703647</c:v>
                </c:pt>
                <c:pt idx="365">
                  <c:v>701.9562939162582</c:v>
                </c:pt>
                <c:pt idx="366">
                  <c:v>701.9423833139574</c:v>
                </c:pt>
                <c:pt idx="367">
                  <c:v>701.9308737949129</c:v>
                </c:pt>
                <c:pt idx="368">
                  <c:v>701.9107540034875</c:v>
                </c:pt>
                <c:pt idx="369">
                  <c:v>701.919240517758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orders</c:v>
                </c:pt>
              </c:strCache>
            </c:strRef>
          </c:tx>
          <c:spPr>
            <a:ln w="22225">
              <a:noFill/>
            </a:ln>
          </c:spPr>
          <c:marker>
            <c:symbol val="circle"/>
            <c:size val="9"/>
            <c:spPr>
              <a:solidFill>
                <a:srgbClr val="F2A900"/>
              </a:solidFill>
            </c:spPr>
          </c:marker>
          <c:cat>
            <c:strRef>
              <c:f>Sheet1!$A$2:$A$371</c:f>
              <c:strCache>
                <c:ptCount val="370"/>
                <c:pt idx="0">
                  <c:v>09:42</c:v>
                </c:pt>
                <c:pt idx="1">
                  <c:v>09:43</c:v>
                </c:pt>
                <c:pt idx="2">
                  <c:v>09:44</c:v>
                </c:pt>
                <c:pt idx="3">
                  <c:v>09:45</c:v>
                </c:pt>
                <c:pt idx="4">
                  <c:v>09:46</c:v>
                </c:pt>
                <c:pt idx="5">
                  <c:v>09:47</c:v>
                </c:pt>
                <c:pt idx="6">
                  <c:v>09:48</c:v>
                </c:pt>
                <c:pt idx="7">
                  <c:v>09:49</c:v>
                </c:pt>
                <c:pt idx="8">
                  <c:v>09:50</c:v>
                </c:pt>
                <c:pt idx="9">
                  <c:v>09:51</c:v>
                </c:pt>
                <c:pt idx="10">
                  <c:v>09:52</c:v>
                </c:pt>
                <c:pt idx="11">
                  <c:v>09:53</c:v>
                </c:pt>
                <c:pt idx="12">
                  <c:v>09:55</c:v>
                </c:pt>
                <c:pt idx="13">
                  <c:v>09:56</c:v>
                </c:pt>
                <c:pt idx="14">
                  <c:v>09:57</c:v>
                </c:pt>
                <c:pt idx="15">
                  <c:v>09:58</c:v>
                </c:pt>
                <c:pt idx="16">
                  <c:v>09:59</c:v>
                </c:pt>
                <c:pt idx="17">
                  <c:v>10:02</c:v>
                </c:pt>
                <c:pt idx="18">
                  <c:v>10:03</c:v>
                </c:pt>
                <c:pt idx="19">
                  <c:v>10:04</c:v>
                </c:pt>
                <c:pt idx="20">
                  <c:v>10:05</c:v>
                </c:pt>
                <c:pt idx="21">
                  <c:v>10:06</c:v>
                </c:pt>
                <c:pt idx="22">
                  <c:v>10:07</c:v>
                </c:pt>
                <c:pt idx="23">
                  <c:v>10:08</c:v>
                </c:pt>
                <c:pt idx="24">
                  <c:v>10:09</c:v>
                </c:pt>
                <c:pt idx="25">
                  <c:v>10:10</c:v>
                </c:pt>
                <c:pt idx="26">
                  <c:v>10:11</c:v>
                </c:pt>
                <c:pt idx="27">
                  <c:v>10:12</c:v>
                </c:pt>
                <c:pt idx="28">
                  <c:v>10:13</c:v>
                </c:pt>
                <c:pt idx="29">
                  <c:v>10:14</c:v>
                </c:pt>
                <c:pt idx="30">
                  <c:v>10:15</c:v>
                </c:pt>
                <c:pt idx="31">
                  <c:v>10:16</c:v>
                </c:pt>
                <c:pt idx="32">
                  <c:v>10:17</c:v>
                </c:pt>
                <c:pt idx="33">
                  <c:v>10:18</c:v>
                </c:pt>
                <c:pt idx="34">
                  <c:v>10:19</c:v>
                </c:pt>
                <c:pt idx="35">
                  <c:v>10:20</c:v>
                </c:pt>
                <c:pt idx="36">
                  <c:v>10:21</c:v>
                </c:pt>
                <c:pt idx="37">
                  <c:v>10:22</c:v>
                </c:pt>
                <c:pt idx="38">
                  <c:v>10:23</c:v>
                </c:pt>
                <c:pt idx="39">
                  <c:v>10:24</c:v>
                </c:pt>
                <c:pt idx="40">
                  <c:v>10:25</c:v>
                </c:pt>
                <c:pt idx="41">
                  <c:v>10:26</c:v>
                </c:pt>
                <c:pt idx="42">
                  <c:v>10:27</c:v>
                </c:pt>
                <c:pt idx="43">
                  <c:v>10:28</c:v>
                </c:pt>
                <c:pt idx="44">
                  <c:v>10:29</c:v>
                </c:pt>
                <c:pt idx="45">
                  <c:v>10:30</c:v>
                </c:pt>
                <c:pt idx="46">
                  <c:v>10:31</c:v>
                </c:pt>
                <c:pt idx="47">
                  <c:v>10:32</c:v>
                </c:pt>
                <c:pt idx="48">
                  <c:v>10:33</c:v>
                </c:pt>
                <c:pt idx="49">
                  <c:v>10:34</c:v>
                </c:pt>
                <c:pt idx="50">
                  <c:v>10:35</c:v>
                </c:pt>
                <c:pt idx="51">
                  <c:v>10:36</c:v>
                </c:pt>
                <c:pt idx="52">
                  <c:v>10:37</c:v>
                </c:pt>
                <c:pt idx="53">
                  <c:v>10:38</c:v>
                </c:pt>
                <c:pt idx="54">
                  <c:v>10:39</c:v>
                </c:pt>
                <c:pt idx="55">
                  <c:v>10:40</c:v>
                </c:pt>
                <c:pt idx="56">
                  <c:v>10:41</c:v>
                </c:pt>
                <c:pt idx="57">
                  <c:v>10:42</c:v>
                </c:pt>
                <c:pt idx="58">
                  <c:v>10:43</c:v>
                </c:pt>
                <c:pt idx="59">
                  <c:v>10:44</c:v>
                </c:pt>
                <c:pt idx="60">
                  <c:v>10:45</c:v>
                </c:pt>
                <c:pt idx="61">
                  <c:v>10:46</c:v>
                </c:pt>
                <c:pt idx="62">
                  <c:v>10:47</c:v>
                </c:pt>
                <c:pt idx="63">
                  <c:v>10:48</c:v>
                </c:pt>
                <c:pt idx="64">
                  <c:v>10:49</c:v>
                </c:pt>
                <c:pt idx="65">
                  <c:v>10:50</c:v>
                </c:pt>
                <c:pt idx="66">
                  <c:v>10:51</c:v>
                </c:pt>
                <c:pt idx="67">
                  <c:v>10:52</c:v>
                </c:pt>
                <c:pt idx="68">
                  <c:v>10:53</c:v>
                </c:pt>
                <c:pt idx="69">
                  <c:v>10:54</c:v>
                </c:pt>
                <c:pt idx="70">
                  <c:v>10:55</c:v>
                </c:pt>
                <c:pt idx="71">
                  <c:v>10:56</c:v>
                </c:pt>
                <c:pt idx="72">
                  <c:v>10:57</c:v>
                </c:pt>
                <c:pt idx="73">
                  <c:v>10:58</c:v>
                </c:pt>
                <c:pt idx="74">
                  <c:v>10:59</c:v>
                </c:pt>
                <c:pt idx="75">
                  <c:v>11:00</c:v>
                </c:pt>
                <c:pt idx="76">
                  <c:v>11:01</c:v>
                </c:pt>
                <c:pt idx="77">
                  <c:v>11:02</c:v>
                </c:pt>
                <c:pt idx="78">
                  <c:v>11:03</c:v>
                </c:pt>
                <c:pt idx="79">
                  <c:v>11:04</c:v>
                </c:pt>
                <c:pt idx="80">
                  <c:v>11:05</c:v>
                </c:pt>
                <c:pt idx="81">
                  <c:v>11:06</c:v>
                </c:pt>
                <c:pt idx="82">
                  <c:v>11:07</c:v>
                </c:pt>
                <c:pt idx="83">
                  <c:v>11:08</c:v>
                </c:pt>
                <c:pt idx="84">
                  <c:v>11:09</c:v>
                </c:pt>
                <c:pt idx="85">
                  <c:v>11:10</c:v>
                </c:pt>
                <c:pt idx="86">
                  <c:v>11:11</c:v>
                </c:pt>
                <c:pt idx="87">
                  <c:v>11:12</c:v>
                </c:pt>
                <c:pt idx="88">
                  <c:v>11:13</c:v>
                </c:pt>
                <c:pt idx="89">
                  <c:v>11:14</c:v>
                </c:pt>
                <c:pt idx="90">
                  <c:v>11:15</c:v>
                </c:pt>
                <c:pt idx="91">
                  <c:v>11:16</c:v>
                </c:pt>
                <c:pt idx="92">
                  <c:v>11:17</c:v>
                </c:pt>
                <c:pt idx="93">
                  <c:v>11:18</c:v>
                </c:pt>
                <c:pt idx="94">
                  <c:v>11:19</c:v>
                </c:pt>
                <c:pt idx="95">
                  <c:v>11:20</c:v>
                </c:pt>
                <c:pt idx="96">
                  <c:v>11:21</c:v>
                </c:pt>
                <c:pt idx="97">
                  <c:v>11:22</c:v>
                </c:pt>
                <c:pt idx="98">
                  <c:v>11:23</c:v>
                </c:pt>
                <c:pt idx="99">
                  <c:v>11:24</c:v>
                </c:pt>
                <c:pt idx="100">
                  <c:v>11:25</c:v>
                </c:pt>
                <c:pt idx="101">
                  <c:v>11:26</c:v>
                </c:pt>
                <c:pt idx="102">
                  <c:v>11:27</c:v>
                </c:pt>
                <c:pt idx="103">
                  <c:v>11:28</c:v>
                </c:pt>
                <c:pt idx="104">
                  <c:v>11:29</c:v>
                </c:pt>
                <c:pt idx="105">
                  <c:v>11:30</c:v>
                </c:pt>
                <c:pt idx="106">
                  <c:v>11:31</c:v>
                </c:pt>
                <c:pt idx="107">
                  <c:v>11:32</c:v>
                </c:pt>
                <c:pt idx="108">
                  <c:v>11:33</c:v>
                </c:pt>
                <c:pt idx="109">
                  <c:v>11:34</c:v>
                </c:pt>
                <c:pt idx="110">
                  <c:v>11:35</c:v>
                </c:pt>
                <c:pt idx="111">
                  <c:v>11:36</c:v>
                </c:pt>
                <c:pt idx="112">
                  <c:v>11:37</c:v>
                </c:pt>
                <c:pt idx="113">
                  <c:v>11:38</c:v>
                </c:pt>
                <c:pt idx="114">
                  <c:v>11:39</c:v>
                </c:pt>
                <c:pt idx="115">
                  <c:v>11:40</c:v>
                </c:pt>
                <c:pt idx="116">
                  <c:v>11:41</c:v>
                </c:pt>
                <c:pt idx="117">
                  <c:v>11:42</c:v>
                </c:pt>
                <c:pt idx="118">
                  <c:v>11:43</c:v>
                </c:pt>
                <c:pt idx="119">
                  <c:v>11:44</c:v>
                </c:pt>
                <c:pt idx="120">
                  <c:v>11:45</c:v>
                </c:pt>
                <c:pt idx="121">
                  <c:v>11:46</c:v>
                </c:pt>
                <c:pt idx="122">
                  <c:v>11:47</c:v>
                </c:pt>
                <c:pt idx="123">
                  <c:v>11:48</c:v>
                </c:pt>
                <c:pt idx="124">
                  <c:v>11:49</c:v>
                </c:pt>
                <c:pt idx="125">
                  <c:v>11:50</c:v>
                </c:pt>
                <c:pt idx="126">
                  <c:v>11:51</c:v>
                </c:pt>
                <c:pt idx="127">
                  <c:v>11:52</c:v>
                </c:pt>
                <c:pt idx="128">
                  <c:v>11:53</c:v>
                </c:pt>
                <c:pt idx="129">
                  <c:v>11:54</c:v>
                </c:pt>
                <c:pt idx="130">
                  <c:v>11:55</c:v>
                </c:pt>
                <c:pt idx="131">
                  <c:v>11:56</c:v>
                </c:pt>
                <c:pt idx="132">
                  <c:v>11:57</c:v>
                </c:pt>
                <c:pt idx="133">
                  <c:v>11:58</c:v>
                </c:pt>
                <c:pt idx="134">
                  <c:v>11:59</c:v>
                </c:pt>
                <c:pt idx="135">
                  <c:v>12:00</c:v>
                </c:pt>
                <c:pt idx="136">
                  <c:v>12:01</c:v>
                </c:pt>
                <c:pt idx="137">
                  <c:v>12:02</c:v>
                </c:pt>
                <c:pt idx="138">
                  <c:v>12:03</c:v>
                </c:pt>
                <c:pt idx="139">
                  <c:v>12:04</c:v>
                </c:pt>
                <c:pt idx="140">
                  <c:v>12:05</c:v>
                </c:pt>
                <c:pt idx="141">
                  <c:v>12:06</c:v>
                </c:pt>
                <c:pt idx="142">
                  <c:v>12:07</c:v>
                </c:pt>
                <c:pt idx="143">
                  <c:v>12:08</c:v>
                </c:pt>
                <c:pt idx="144">
                  <c:v>12:09</c:v>
                </c:pt>
                <c:pt idx="145">
                  <c:v>12:10</c:v>
                </c:pt>
                <c:pt idx="146">
                  <c:v>12:11</c:v>
                </c:pt>
                <c:pt idx="147">
                  <c:v>12:12</c:v>
                </c:pt>
                <c:pt idx="148">
                  <c:v>12:13</c:v>
                </c:pt>
                <c:pt idx="149">
                  <c:v>12:14</c:v>
                </c:pt>
                <c:pt idx="150">
                  <c:v>12:15</c:v>
                </c:pt>
                <c:pt idx="151">
                  <c:v>12:16</c:v>
                </c:pt>
                <c:pt idx="152">
                  <c:v>12:17</c:v>
                </c:pt>
                <c:pt idx="153">
                  <c:v>12:18</c:v>
                </c:pt>
                <c:pt idx="154">
                  <c:v>12:19</c:v>
                </c:pt>
                <c:pt idx="155">
                  <c:v>12:20</c:v>
                </c:pt>
                <c:pt idx="156">
                  <c:v>12:21</c:v>
                </c:pt>
                <c:pt idx="157">
                  <c:v>12:22</c:v>
                </c:pt>
                <c:pt idx="158">
                  <c:v>12:23</c:v>
                </c:pt>
                <c:pt idx="159">
                  <c:v>12:24</c:v>
                </c:pt>
                <c:pt idx="160">
                  <c:v>12:25</c:v>
                </c:pt>
                <c:pt idx="161">
                  <c:v>12:26</c:v>
                </c:pt>
                <c:pt idx="162">
                  <c:v>12:27</c:v>
                </c:pt>
                <c:pt idx="163">
                  <c:v>12:28</c:v>
                </c:pt>
                <c:pt idx="164">
                  <c:v>12:29</c:v>
                </c:pt>
                <c:pt idx="165">
                  <c:v>12:30</c:v>
                </c:pt>
                <c:pt idx="166">
                  <c:v>12:31</c:v>
                </c:pt>
                <c:pt idx="167">
                  <c:v>12:32</c:v>
                </c:pt>
                <c:pt idx="168">
                  <c:v>12:33</c:v>
                </c:pt>
                <c:pt idx="169">
                  <c:v>12:34</c:v>
                </c:pt>
                <c:pt idx="170">
                  <c:v>12:35</c:v>
                </c:pt>
                <c:pt idx="171">
                  <c:v>12:36</c:v>
                </c:pt>
                <c:pt idx="172">
                  <c:v>12:37</c:v>
                </c:pt>
                <c:pt idx="173">
                  <c:v>12:38</c:v>
                </c:pt>
                <c:pt idx="174">
                  <c:v>12:39</c:v>
                </c:pt>
                <c:pt idx="175">
                  <c:v>12:40</c:v>
                </c:pt>
                <c:pt idx="176">
                  <c:v>12:41</c:v>
                </c:pt>
                <c:pt idx="177">
                  <c:v>12:42</c:v>
                </c:pt>
                <c:pt idx="178">
                  <c:v>12:43</c:v>
                </c:pt>
                <c:pt idx="179">
                  <c:v>12:44</c:v>
                </c:pt>
                <c:pt idx="180">
                  <c:v>12:45</c:v>
                </c:pt>
                <c:pt idx="181">
                  <c:v>12:46</c:v>
                </c:pt>
                <c:pt idx="182">
                  <c:v>12:47</c:v>
                </c:pt>
                <c:pt idx="183">
                  <c:v>12:48</c:v>
                </c:pt>
                <c:pt idx="184">
                  <c:v>12:49</c:v>
                </c:pt>
                <c:pt idx="185">
                  <c:v>12:50</c:v>
                </c:pt>
                <c:pt idx="186">
                  <c:v>12:51</c:v>
                </c:pt>
                <c:pt idx="187">
                  <c:v>12:52</c:v>
                </c:pt>
                <c:pt idx="188">
                  <c:v>12:53</c:v>
                </c:pt>
                <c:pt idx="189">
                  <c:v>12:54</c:v>
                </c:pt>
                <c:pt idx="190">
                  <c:v>12:55</c:v>
                </c:pt>
                <c:pt idx="191">
                  <c:v>12:56</c:v>
                </c:pt>
                <c:pt idx="192">
                  <c:v>12:57</c:v>
                </c:pt>
                <c:pt idx="193">
                  <c:v>12:58</c:v>
                </c:pt>
                <c:pt idx="194">
                  <c:v>12:59</c:v>
                </c:pt>
                <c:pt idx="195">
                  <c:v>13:00</c:v>
                </c:pt>
                <c:pt idx="196">
                  <c:v>13:01</c:v>
                </c:pt>
                <c:pt idx="197">
                  <c:v>13:02</c:v>
                </c:pt>
                <c:pt idx="198">
                  <c:v>13:03</c:v>
                </c:pt>
                <c:pt idx="199">
                  <c:v>13:04</c:v>
                </c:pt>
                <c:pt idx="200">
                  <c:v>13:05</c:v>
                </c:pt>
                <c:pt idx="201">
                  <c:v>13:06</c:v>
                </c:pt>
                <c:pt idx="202">
                  <c:v>13:07</c:v>
                </c:pt>
                <c:pt idx="203">
                  <c:v>13:08</c:v>
                </c:pt>
                <c:pt idx="204">
                  <c:v>13:09</c:v>
                </c:pt>
                <c:pt idx="205">
                  <c:v>13:10</c:v>
                </c:pt>
                <c:pt idx="206">
                  <c:v>13:11</c:v>
                </c:pt>
                <c:pt idx="207">
                  <c:v>13:12</c:v>
                </c:pt>
                <c:pt idx="208">
                  <c:v>13:13</c:v>
                </c:pt>
                <c:pt idx="209">
                  <c:v>13:14</c:v>
                </c:pt>
                <c:pt idx="210">
                  <c:v>13:15</c:v>
                </c:pt>
                <c:pt idx="211">
                  <c:v>13:16</c:v>
                </c:pt>
                <c:pt idx="212">
                  <c:v>13:17</c:v>
                </c:pt>
                <c:pt idx="213">
                  <c:v>13:18</c:v>
                </c:pt>
                <c:pt idx="214">
                  <c:v>13:19</c:v>
                </c:pt>
                <c:pt idx="215">
                  <c:v>13:20</c:v>
                </c:pt>
                <c:pt idx="216">
                  <c:v>13:21</c:v>
                </c:pt>
                <c:pt idx="217">
                  <c:v>13:22</c:v>
                </c:pt>
                <c:pt idx="218">
                  <c:v>13:23</c:v>
                </c:pt>
                <c:pt idx="219">
                  <c:v>13:24</c:v>
                </c:pt>
                <c:pt idx="220">
                  <c:v>13:25</c:v>
                </c:pt>
                <c:pt idx="221">
                  <c:v>13:26</c:v>
                </c:pt>
                <c:pt idx="222">
                  <c:v>13:27</c:v>
                </c:pt>
                <c:pt idx="223">
                  <c:v>13:28</c:v>
                </c:pt>
                <c:pt idx="224">
                  <c:v>13:29</c:v>
                </c:pt>
                <c:pt idx="225">
                  <c:v>13:30</c:v>
                </c:pt>
                <c:pt idx="226">
                  <c:v>13:31</c:v>
                </c:pt>
                <c:pt idx="227">
                  <c:v>13:32</c:v>
                </c:pt>
                <c:pt idx="228">
                  <c:v>13:33</c:v>
                </c:pt>
                <c:pt idx="229">
                  <c:v>13:34</c:v>
                </c:pt>
                <c:pt idx="230">
                  <c:v>13:35</c:v>
                </c:pt>
                <c:pt idx="231">
                  <c:v>13:36</c:v>
                </c:pt>
                <c:pt idx="232">
                  <c:v>13:37</c:v>
                </c:pt>
                <c:pt idx="233">
                  <c:v>13:38</c:v>
                </c:pt>
                <c:pt idx="234">
                  <c:v>13:39</c:v>
                </c:pt>
                <c:pt idx="235">
                  <c:v>13:40</c:v>
                </c:pt>
                <c:pt idx="236">
                  <c:v>13:41</c:v>
                </c:pt>
                <c:pt idx="237">
                  <c:v>13:42</c:v>
                </c:pt>
                <c:pt idx="238">
                  <c:v>13:43</c:v>
                </c:pt>
                <c:pt idx="239">
                  <c:v>13:44</c:v>
                </c:pt>
                <c:pt idx="240">
                  <c:v>13:45</c:v>
                </c:pt>
                <c:pt idx="241">
                  <c:v>13:46</c:v>
                </c:pt>
                <c:pt idx="242">
                  <c:v>13:47</c:v>
                </c:pt>
                <c:pt idx="243">
                  <c:v>13:48</c:v>
                </c:pt>
                <c:pt idx="244">
                  <c:v>13:49</c:v>
                </c:pt>
                <c:pt idx="245">
                  <c:v>13:50</c:v>
                </c:pt>
                <c:pt idx="246">
                  <c:v>13:51</c:v>
                </c:pt>
                <c:pt idx="247">
                  <c:v>13:52</c:v>
                </c:pt>
                <c:pt idx="248">
                  <c:v>13:53</c:v>
                </c:pt>
                <c:pt idx="249">
                  <c:v>13:54</c:v>
                </c:pt>
                <c:pt idx="250">
                  <c:v>13:55</c:v>
                </c:pt>
                <c:pt idx="251">
                  <c:v>13:56</c:v>
                </c:pt>
                <c:pt idx="252">
                  <c:v>13:57</c:v>
                </c:pt>
                <c:pt idx="253">
                  <c:v>13:58</c:v>
                </c:pt>
                <c:pt idx="254">
                  <c:v>13:59</c:v>
                </c:pt>
                <c:pt idx="255">
                  <c:v>14:00</c:v>
                </c:pt>
                <c:pt idx="256">
                  <c:v>14:01</c:v>
                </c:pt>
                <c:pt idx="257">
                  <c:v>14:02</c:v>
                </c:pt>
                <c:pt idx="258">
                  <c:v>14:03</c:v>
                </c:pt>
                <c:pt idx="259">
                  <c:v>14:04</c:v>
                </c:pt>
                <c:pt idx="260">
                  <c:v>14:05</c:v>
                </c:pt>
                <c:pt idx="261">
                  <c:v>14:06</c:v>
                </c:pt>
                <c:pt idx="262">
                  <c:v>14:07</c:v>
                </c:pt>
                <c:pt idx="263">
                  <c:v>14:08</c:v>
                </c:pt>
                <c:pt idx="264">
                  <c:v>14:09</c:v>
                </c:pt>
                <c:pt idx="265">
                  <c:v>14:10</c:v>
                </c:pt>
                <c:pt idx="266">
                  <c:v>14:11</c:v>
                </c:pt>
                <c:pt idx="267">
                  <c:v>14:12</c:v>
                </c:pt>
                <c:pt idx="268">
                  <c:v>14:13</c:v>
                </c:pt>
                <c:pt idx="269">
                  <c:v>14:14</c:v>
                </c:pt>
                <c:pt idx="270">
                  <c:v>14:15</c:v>
                </c:pt>
                <c:pt idx="271">
                  <c:v>14:16</c:v>
                </c:pt>
                <c:pt idx="272">
                  <c:v>14:17</c:v>
                </c:pt>
                <c:pt idx="273">
                  <c:v>14:18</c:v>
                </c:pt>
                <c:pt idx="274">
                  <c:v>14:19</c:v>
                </c:pt>
                <c:pt idx="275">
                  <c:v>14:20</c:v>
                </c:pt>
                <c:pt idx="276">
                  <c:v>14:21</c:v>
                </c:pt>
                <c:pt idx="277">
                  <c:v>14:22</c:v>
                </c:pt>
                <c:pt idx="278">
                  <c:v>14:23</c:v>
                </c:pt>
                <c:pt idx="279">
                  <c:v>14:24</c:v>
                </c:pt>
                <c:pt idx="280">
                  <c:v>14:25</c:v>
                </c:pt>
                <c:pt idx="281">
                  <c:v>14:26</c:v>
                </c:pt>
                <c:pt idx="282">
                  <c:v>14:27</c:v>
                </c:pt>
                <c:pt idx="283">
                  <c:v>14:28</c:v>
                </c:pt>
                <c:pt idx="284">
                  <c:v>14:29</c:v>
                </c:pt>
                <c:pt idx="285">
                  <c:v>14:30</c:v>
                </c:pt>
                <c:pt idx="286">
                  <c:v>14:31</c:v>
                </c:pt>
                <c:pt idx="287">
                  <c:v>14:32</c:v>
                </c:pt>
                <c:pt idx="288">
                  <c:v>14:33</c:v>
                </c:pt>
                <c:pt idx="289">
                  <c:v>14:34</c:v>
                </c:pt>
                <c:pt idx="290">
                  <c:v>14:35</c:v>
                </c:pt>
                <c:pt idx="291">
                  <c:v>14:36</c:v>
                </c:pt>
                <c:pt idx="292">
                  <c:v>14:37</c:v>
                </c:pt>
                <c:pt idx="293">
                  <c:v>14:38</c:v>
                </c:pt>
                <c:pt idx="294">
                  <c:v>14:39</c:v>
                </c:pt>
                <c:pt idx="295">
                  <c:v>14:40</c:v>
                </c:pt>
                <c:pt idx="296">
                  <c:v>14:41</c:v>
                </c:pt>
                <c:pt idx="297">
                  <c:v>14:42</c:v>
                </c:pt>
                <c:pt idx="298">
                  <c:v>14:43</c:v>
                </c:pt>
                <c:pt idx="299">
                  <c:v>14:44</c:v>
                </c:pt>
                <c:pt idx="300">
                  <c:v>14:45</c:v>
                </c:pt>
                <c:pt idx="301">
                  <c:v>14:46</c:v>
                </c:pt>
                <c:pt idx="302">
                  <c:v>14:47</c:v>
                </c:pt>
                <c:pt idx="303">
                  <c:v>14:48</c:v>
                </c:pt>
                <c:pt idx="304">
                  <c:v>14:49</c:v>
                </c:pt>
                <c:pt idx="305">
                  <c:v>14:50</c:v>
                </c:pt>
                <c:pt idx="306">
                  <c:v>14:51</c:v>
                </c:pt>
                <c:pt idx="307">
                  <c:v>14:52</c:v>
                </c:pt>
                <c:pt idx="308">
                  <c:v>14:53</c:v>
                </c:pt>
                <c:pt idx="309">
                  <c:v>14:54</c:v>
                </c:pt>
                <c:pt idx="310">
                  <c:v>14:55</c:v>
                </c:pt>
                <c:pt idx="311">
                  <c:v>14:56</c:v>
                </c:pt>
                <c:pt idx="312">
                  <c:v>14:57</c:v>
                </c:pt>
                <c:pt idx="313">
                  <c:v>14:58</c:v>
                </c:pt>
                <c:pt idx="314">
                  <c:v>14:59</c:v>
                </c:pt>
                <c:pt idx="315">
                  <c:v>15:00</c:v>
                </c:pt>
                <c:pt idx="316">
                  <c:v>15:01</c:v>
                </c:pt>
                <c:pt idx="317">
                  <c:v>15:02</c:v>
                </c:pt>
                <c:pt idx="318">
                  <c:v>15:03</c:v>
                </c:pt>
                <c:pt idx="319">
                  <c:v>15:04</c:v>
                </c:pt>
                <c:pt idx="320">
                  <c:v>15:05</c:v>
                </c:pt>
                <c:pt idx="321">
                  <c:v>15:06</c:v>
                </c:pt>
                <c:pt idx="322">
                  <c:v>15:07</c:v>
                </c:pt>
                <c:pt idx="323">
                  <c:v>15:08</c:v>
                </c:pt>
                <c:pt idx="324">
                  <c:v>15:09</c:v>
                </c:pt>
                <c:pt idx="325">
                  <c:v>15:10</c:v>
                </c:pt>
                <c:pt idx="326">
                  <c:v>15:11</c:v>
                </c:pt>
                <c:pt idx="327">
                  <c:v>15:12</c:v>
                </c:pt>
                <c:pt idx="328">
                  <c:v>15:13</c:v>
                </c:pt>
                <c:pt idx="329">
                  <c:v>15:14</c:v>
                </c:pt>
                <c:pt idx="330">
                  <c:v>15:15</c:v>
                </c:pt>
                <c:pt idx="331">
                  <c:v>15:16</c:v>
                </c:pt>
                <c:pt idx="332">
                  <c:v>15:17</c:v>
                </c:pt>
                <c:pt idx="333">
                  <c:v>15:18</c:v>
                </c:pt>
                <c:pt idx="334">
                  <c:v>15:19</c:v>
                </c:pt>
                <c:pt idx="335">
                  <c:v>15:20</c:v>
                </c:pt>
                <c:pt idx="336">
                  <c:v>15:21</c:v>
                </c:pt>
                <c:pt idx="337">
                  <c:v>15:22</c:v>
                </c:pt>
                <c:pt idx="338">
                  <c:v>15:23</c:v>
                </c:pt>
                <c:pt idx="339">
                  <c:v>15:24</c:v>
                </c:pt>
                <c:pt idx="340">
                  <c:v>15:25</c:v>
                </c:pt>
                <c:pt idx="341">
                  <c:v>15:26</c:v>
                </c:pt>
                <c:pt idx="342">
                  <c:v>15:27</c:v>
                </c:pt>
                <c:pt idx="343">
                  <c:v>15:28</c:v>
                </c:pt>
                <c:pt idx="344">
                  <c:v>15:29</c:v>
                </c:pt>
                <c:pt idx="345">
                  <c:v>15:30</c:v>
                </c:pt>
                <c:pt idx="346">
                  <c:v>15:31</c:v>
                </c:pt>
                <c:pt idx="347">
                  <c:v>15:32</c:v>
                </c:pt>
                <c:pt idx="348">
                  <c:v>15:33</c:v>
                </c:pt>
                <c:pt idx="349">
                  <c:v>15:34</c:v>
                </c:pt>
                <c:pt idx="350">
                  <c:v>15:35</c:v>
                </c:pt>
                <c:pt idx="351">
                  <c:v>15:36</c:v>
                </c:pt>
                <c:pt idx="352">
                  <c:v>15:37</c:v>
                </c:pt>
                <c:pt idx="353">
                  <c:v>15:38</c:v>
                </c:pt>
                <c:pt idx="354">
                  <c:v>15:39</c:v>
                </c:pt>
                <c:pt idx="355">
                  <c:v>15:40</c:v>
                </c:pt>
                <c:pt idx="356">
                  <c:v>15:41</c:v>
                </c:pt>
                <c:pt idx="357">
                  <c:v>15:42</c:v>
                </c:pt>
                <c:pt idx="358">
                  <c:v>15:43</c:v>
                </c:pt>
                <c:pt idx="359">
                  <c:v>15:44</c:v>
                </c:pt>
                <c:pt idx="360">
                  <c:v>15:45</c:v>
                </c:pt>
                <c:pt idx="361">
                  <c:v>15:46</c:v>
                </c:pt>
                <c:pt idx="362">
                  <c:v>15:47</c:v>
                </c:pt>
                <c:pt idx="363">
                  <c:v>15:48</c:v>
                </c:pt>
                <c:pt idx="364">
                  <c:v>15:49</c:v>
                </c:pt>
                <c:pt idx="365">
                  <c:v>15:50</c:v>
                </c:pt>
                <c:pt idx="366">
                  <c:v>15:51</c:v>
                </c:pt>
                <c:pt idx="367">
                  <c:v>15:52</c:v>
                </c:pt>
                <c:pt idx="368">
                  <c:v>15:53</c:v>
                </c:pt>
                <c:pt idx="369">
                  <c:v>15:54</c:v>
                </c:pt>
              </c:strCache>
            </c:strRef>
          </c:cat>
          <c:val>
            <c:numRef>
              <c:f>Sheet1!$E$2:$E$371</c:f>
              <c:numCache>
                <c:formatCode>General</c:formatCode>
                <c:ptCount val="370"/>
                <c:pt idx="75">
                  <c:v>710.515</c:v>
                </c:pt>
                <c:pt idx="110">
                  <c:v>710.48</c:v>
                </c:pt>
                <c:pt idx="135">
                  <c:v>710.66</c:v>
                </c:pt>
                <c:pt idx="140">
                  <c:v>710.15</c:v>
                </c:pt>
                <c:pt idx="165">
                  <c:v>710.36</c:v>
                </c:pt>
                <c:pt idx="170">
                  <c:v>709.875</c:v>
                </c:pt>
                <c:pt idx="345">
                  <c:v>701.965</c:v>
                </c:pt>
                <c:pt idx="350">
                  <c:v>703.37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tickLblSkip val="30"/>
        <c:tickMarkSkip val="30"/>
        <c:noMultiLvlLbl val="0"/>
      </c:catAx>
      <c:valAx>
        <c:axId val="2140495176"/>
        <c:scaling>
          <c:max val="712.2982718528385"/>
          <c:min val="700.3537965198884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QQQ</c:v>
                </c:pt>
              </c:strCache>
            </c:strRef>
          </c:tx>
          <c:spPr>
            <a:solidFill>
              <a:srgbClr val="F2A900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5 min</c:v>
                </c:pt>
                <c:pt idx="1">
                  <c:v>15 min</c:v>
                </c:pt>
                <c:pt idx="2">
                  <c:v>30 min</c:v>
                </c:pt>
                <c:pt idx="3">
                  <c:v>60 min</c:v>
                </c:pt>
                <c:pt idx="4">
                  <c:v>30 + 5-min 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0.583714381876387</c:v>
                </c:pt>
                <c:pt idx="1">
                  <c:v>0.9136048364421668</c:v>
                </c:pt>
                <c:pt idx="2">
                  <c:v>1.2197919163186426</c:v>
                </c:pt>
                <c:pt idx="3">
                  <c:v>1.1429236480955736</c:v>
                </c:pt>
                <c:pt idx="4">
                  <c:v>1.1187921289080605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SPY</c:v>
                </c:pt>
              </c:strCache>
            </c:strRef>
          </c:tx>
          <c:spPr>
            <a:solidFill>
              <a:srgbClr val="0B1F3A"/>
            </a:solidFill>
          </c:spPr>
          <c:invertIfNegative val="0"/>
          <c:cat>
            <c:strRef>
              <c:f>Sheet1!$A$2:$A$6</c:f>
              <c:strCache>
                <c:ptCount val="5"/>
                <c:pt idx="0">
                  <c:v>5 min</c:v>
                </c:pt>
                <c:pt idx="1">
                  <c:v>15 min</c:v>
                </c:pt>
                <c:pt idx="2">
                  <c:v>30 min</c:v>
                </c:pt>
                <c:pt idx="3">
                  <c:v>60 min</c:v>
                </c:pt>
                <c:pt idx="4">
                  <c:v>30 + 5-min stop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-0.1608217248160635</c:v>
                </c:pt>
                <c:pt idx="1">
                  <c:v>0.2918482399820949</c:v>
                </c:pt>
                <c:pt idx="2">
                  <c:v>0.6261527905209967</c:v>
                </c:pt>
                <c:pt idx="3">
                  <c:v>0.6601459905512106</c:v>
                </c:pt>
                <c:pt idx="4">
                  <c:v>0.6458297868145539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0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900">
                <a:solidFill>
                  <a:srgbClr val="6B728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>
                    <a:solidFill>
                      <a:srgbClr val="6B7280"/>
                    </a:solidFill>
                  </a:rPr>
                  <a:t>Sharpe by decision clock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solidFill>
              <a:srgbClr val="D1D5DB"/>
            </a:solidFill>
          </a:ln>
        </c:spPr>
        <c:txPr>
          <a:bodyPr/>
          <a:lstStyle/>
          <a:p>
            <a:pPr>
              <a:defRPr sz="1000">
                <a:solidFill>
                  <a:srgbClr val="6B7280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A day-trading bot on Alpaca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ADCFC"/>
                </a:solidFill>
                <a:latin typeface="Calibri"/>
              </a:rPr>
              <a:t>Intraday momentum inside a noise band — build it, test it properly, run it on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A900"/>
                </a:solidFill>
                <a:latin typeface="Calibri"/>
              </a:rPr>
              <a:t>SCF  ·  Sept 2026  ·  1-minute bars 2016-01-04 → 2026-09-11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120640" cy="416052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Calibri"/>
              </a:rPr>
              <a:t>The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470916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band.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Around max/min(today's open, yesterday's close), width = the last 14 days' average |move from the open| at this minute. It widens through the day the way prices actually wander.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The decision, every 30 minutes.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Price above the band → long. Below → short. Inside → flat. The band is the trailing stop; every 5 minutes an open trade is closed if price is back inside.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Flat at 15:55, every day.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No overnight risk. Sized to 2% daily vol per ETF.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Where it comes from.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Zarattini, Barbon &amp; Aziz (2024), "Beat the Market" — an intraday momentum rule published on SPY. We rebuilt it and tested it on our own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2148840"/>
            <a:ext cx="5532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26480" y="2331720"/>
          <a:ext cx="5349240" cy="3886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49440" y="2313432"/>
            <a:ext cx="4434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B1F3A"/>
                </a:solidFill>
                <a:latin typeface="Calibri"/>
              </a:rPr>
              <a:t>QQQ on 2026-09-16, the bot's own marks: price, band, and every order it sent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Set it up: keys, data, guards,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536192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Keys and secrets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29967"/>
            <a:ext cx="6263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Alpaca PAPER keys in config/secrets.env (git-ignored, never in code or chat). The free plan gives IEX in real time and consolidated SIP bars 15 minutes late — the bot is built around exactly that.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724912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Data, once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7"/>
            <a:ext cx="6263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scripts/pull_bars.py pulls ten years of 1-minute bars, freezes them as Parquet and hashes them into data/raw/manifest.json. Every backtest reads the frozen files, never the API.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13631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Guards, by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07407"/>
            <a:ext cx="6263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config.yaml: execution.mode = paper, orders_enabled, and the trading host must contain paper-api. The loader refuses mode: live; the order guard refuses any other host. Real money has no code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667512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102352"/>
            <a:ext cx="5806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Run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626364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Dry run by default; --live-paper sends paper orders. Task Scheduler starts scripts/run_bot.cmd every weekday at 07:15 local, battery-safe. The BOT_ARGS line in that file is your knob: leverage, clocks, symbols.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371600"/>
            <a:ext cx="4160520" cy="466344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508760"/>
            <a:ext cx="3840480" cy="4434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DB1D1"/>
                </a:solidFill>
                <a:latin typeface="Courier New"/>
              </a:rPr>
              <a:t># one-time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scripts/verify_feed.py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scripts/pull_bars.py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-m pytest tests -q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9DB1D1"/>
                </a:solidFill>
                <a:latin typeface="Courier New"/>
              </a:rPr>
              <a:t># the evidence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scripts/run_daytrade_study.py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scripts/run_frequency_study.py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9DB1D1"/>
                </a:solidFill>
                <a:latin typeface="Courier New"/>
              </a:rPr>
              <a:t># the bot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scripts/run_intraday_bot.py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scripts/run_intraday_bot.py --live-paper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9DB1D1"/>
                </a:solidFill>
                <a:latin typeface="Courier New"/>
              </a:rPr>
              <a:t># schedule it (weekdays 07:15 local)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powershell -File scripts\schedule_bot.ps1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9DB1D1"/>
                </a:solidFill>
                <a:latin typeface="Courier New"/>
              </a:rPr>
              <a:t># the paper record -&gt; the slides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scripts/paper_ledger.py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python scripts/build_deck_short.py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Windows 11, Anaconda Python 3.13, python-pptx for the deck. The laptop must stay awake with the lid open: a sleeping machine places nothing.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Backtest it properly: the rules that keep you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85216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Point in time.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Every signal uses bars strictly before the fill; fills at the next 1-minute open. The band for day t is built from days t−14…t−1, never t.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Charge costs.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1 bp per round trip on the ETFs, 5 bp on single stocks, and a 2 bp sensitivity. A faster clock trades more and pays more.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Count every trial.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Each variant you try inflates the best one's Sharpe. We log the count and report the deflated Sharpe (Bailey &amp; López de Prado).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Split the sample.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2016–19 and 2020–26 separately, plus by-year Sharpe. An edge that lives in one regime is a story, not a strategy.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Freeze the data.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Hashed Parquet + a seed; if a number does not reproduce, it is not a result.</a:t>
            </a:r>
          </a:p>
          <a:p>
            <a:pPr marL="256032" indent="-201168">
              <a:spcAft>
                <a:spcPts val="800"/>
              </a:spcAft>
              <a:buChar char="•"/>
            </a:pPr>
            <a:r>
              <a:rPr sz="1250" b="1" i="0">
                <a:solidFill>
                  <a:srgbClr val="1F2937"/>
                </a:solidFill>
                <a:latin typeface="Calibri"/>
              </a:rPr>
              <a:t>Test what you can actually execute. </a:t>
            </a:r>
            <a:r>
              <a:rPr sz="1250" b="0" i="0">
                <a:solidFill>
                  <a:srgbClr val="1F2937"/>
                </a:solidFill>
                <a:latin typeface="Calibri"/>
              </a:rPr>
              <a:t>A stock-screen breakout looked great entered at 09:45 — but the free feed can only build that range at 10:01. Tested at 10:01, it failed. It ships off.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29400" y="1371600"/>
            <a:ext cx="4983480" cy="4663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0" y="15087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What the same rules said no to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12280" y="2011680"/>
          <a:ext cx="46177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960120"/>
                <a:gridCol w="105156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idea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First-half-hour momentum (the 2018 paper)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-0.83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dead since 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Trade every 30 min on last sign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-28%/yr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cost machine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Opening-range breakout, SPY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-0.06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≈ zero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Noise band, decide every 5 min, SPY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-0.16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whipsaw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Noise band on IWM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-0.30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excluded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Gap screen + breakout, executable version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0.60 (t 1.5)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1F2937"/>
                          </a:solidFill>
                          <a:latin typeface="Calibri"/>
                        </a:rPr>
                        <a:t>fails the bar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0" y="4453128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4A5D7A"/>
                </a:solidFill>
                <a:latin typeface="Calibri"/>
              </a:rPr>
              <a:t>Six ideas, one survivor. The bar was fixed before each test (Sharpe ≥ 0.5 and t ≥ 2 after costs), so the answer was allowed to be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scripts/run_intraday_study.py, run_daytrade_study.py, run_frequency_study.py, run_gapper_study.py — all on the same frozen bars, all counted in the deflation.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What the bot does, every trading 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66928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153619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09:30 — wake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29967"/>
            <a:ext cx="52578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Pulls the last 14 sessions of 1-minute bars, builds today's band from the open and yesterday's close, sizes each ETF to 2% daily vol (showcase cap 4×).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560320"/>
            <a:ext cx="566928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4320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272491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09:35 — the screen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7"/>
            <a:ext cx="52578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Scans every listed stock for the biggest gaps vs. yesterday's close (price ≥ $5, dollar volume ≥ $10M) and logs the watch-list. Read-only: that leg failed its test.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749039"/>
            <a:ext cx="566928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13631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10:00 → 15:30 — 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407407"/>
            <a:ext cx="52578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Every 30 minutes: above the band → long, below → short, inside → flat. Every 5 minutes in between: back inside → flat. Every minute: log the mark.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937760"/>
            <a:ext cx="5669280" cy="1115568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5120640"/>
            <a:ext cx="411480" cy="411480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5102352"/>
            <a:ext cx="4800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15:55 — go flat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596128"/>
            <a:ext cx="5257800" cy="338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Closes everything with market orders. Nothing is held overnight. Every decision, mark and order is in artifacts/intraday/.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325880"/>
            <a:ext cx="5166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1F3A"/>
                </a:solidFill>
                <a:latin typeface="Calibri"/>
              </a:rPr>
              <a:t>Real orders from the paper account (from the bot's log)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46520" y="1737360"/>
          <a:ext cx="51663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548640"/>
                <a:gridCol w="548640"/>
                <a:gridCol w="731520"/>
                <a:gridCol w="1325880"/>
                <a:gridCol w="822960"/>
                <a:gridCol w="640080"/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ETF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band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call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shares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13:30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704.84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706.24–711.73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-74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13:30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756.98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758.07–762.82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-69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11:00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710.51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702.35–710.28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11:35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710.48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701.95–710.69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stop → flat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12:00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710.66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702.06–710.57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12:05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710.15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702.12–710.52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stop → flat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12:30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710.36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702.38–710.25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long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12:35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709.88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702.56–710.07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stop → flat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15:00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753.97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755.34–761.47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-241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15:30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701.97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702.12–710.51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short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-187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09-16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15:35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703.37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702.07–710.57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stop → flat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1F29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src/rvf/bot/daytrade_bot.py — the loop is 150 lines; the decision logic is four pure functions with unit tests. Slots, not exact minutes: a slow iteration can delay a decision, never skip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B1F3A"/>
                </a:solidFill>
                <a:latin typeface="Cambria"/>
              </a:rPr>
              <a:t>Performance: ten years, unlevered, after costs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676656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77240"/>
                <a:gridCol w="685800"/>
                <a:gridCol w="640080"/>
                <a:gridCol w="548640"/>
                <a:gridCol w="685800"/>
                <a:gridCol w="1005840"/>
                <a:gridCol w="1005840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ann. return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ann. vol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t-stat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Sharpe 2016–19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Sharpe 2020–26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trades/day</a:t>
                      </a:r>
                    </a:p>
                  </a:txBody>
                  <a:tcPr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QQQ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1.22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1.18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3.9%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0.63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-11%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0.37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0.77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937"/>
                          </a:solidFill>
                          <a:latin typeface="Calibri"/>
                        </a:rPr>
                        <a:t>IWM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-2.5%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8.3%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-0.85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1F2937"/>
                          </a:solidFill>
                          <a:latin typeface="Calibri"/>
                        </a:rPr>
                        <a:t>0.9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3200400"/>
          <a:ext cx="676656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543800" y="1371600"/>
            <a:ext cx="4069080" cy="466344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0" y="150876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B1F3A"/>
                </a:solidFill>
                <a:latin typeface="Calibri"/>
              </a:rPr>
              <a:t>Read it like a quant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965960"/>
            <a:ext cx="370332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600"/>
              </a:spcAft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</a:rPr>
              <a:t>It works on QQQ,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Sharpe 1.22 with t = 4.0, in both halves of the decade, drawdown 8%. SPY 0.63. IWM loses.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</a:rPr>
              <a:t>Deflated for the 16 variants we tried,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the probability the QQQ edge is real is 0.14. Costs halve it again at 2 bp. A faster clock only pays whipsaw.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</a:rPr>
              <a:t>This is what alpha looks like: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small, fragile, on one instrument, cost-sensitive, and it took six failed ideas to find. Getting alpha out of the market over the long run is hard — if it were easy, none of us would be here.</a:t>
            </a:r>
          </a:p>
          <a:p>
            <a:pPr marL="256032" indent="-201168">
              <a:spcAft>
                <a:spcPts val="600"/>
              </a:spcAft>
              <a:buChar char="•"/>
            </a:pPr>
            <a:r>
              <a:rPr sz="1100" b="1" i="0">
                <a:solidFill>
                  <a:srgbClr val="1F2937"/>
                </a:solidFill>
                <a:latin typeface="Calibri"/>
              </a:rPr>
              <a:t>What to conclude: </a:t>
            </a:r>
            <a:r>
              <a:rPr sz="1100" b="0" i="0">
                <a:solidFill>
                  <a:srgbClr val="1F2937"/>
                </a:solidFill>
                <a:latin typeface="Calibri"/>
              </a:rPr>
              <a:t>a bot that follows its rules, a backtest that can say no, and a paper account that shows the cost of a churning day. Paper so far: 8 round trips, -416 — days, not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B7280"/>
                </a:solidFill>
                <a:latin typeface="Calibri"/>
              </a:rPr>
              <a:t>scripts/run_daytrade_study.py, run_frequency_study.py on frozen SIP 1-minute bars 2016-01-04 → 2026-09-11, 1 bp per round trip, fills at the next 1-minute open, unlevered. The live showcase runs the paper's 4× cap: gains and drawdowns scale together.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What it is, what it isn't, and where you take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Calibri"/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49834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7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 complete, honest pipeline: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frozen data → point-in-time backtest → deflated statistics → guarded paper execution → a log you can audit.</a:t>
            </a:r>
          </a:p>
          <a:p>
            <a:pPr marL="256032" indent="-201168">
              <a:spcAft>
                <a:spcPts val="7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A published rule that replicated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on one ETF and half-replicated on another, after six ideas that did not.</a:t>
            </a:r>
          </a:p>
          <a:p>
            <a:pPr marL="256032" indent="-201168">
              <a:spcAft>
                <a:spcPts val="7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 a money machine.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Two paper sessions: +$42, then −$458 at 4× on a day QQQ hugged its band. The rules fired correctly both days.</a:t>
            </a:r>
          </a:p>
          <a:p>
            <a:pPr marL="256032" indent="-201168">
              <a:spcAft>
                <a:spcPts val="7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Not live-ready.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No live code path exists, on purpose. Edge is claimed from the backtest gate, never from paper P&amp;L.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554480"/>
            <a:ext cx="5120640" cy="4480560"/>
          </a:xfrm>
          <a:prstGeom prst="roundRect">
            <a:avLst>
              <a:gd name="adj" fmla="val 8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Calibri"/>
              </a:rPr>
              <a:t>Your turn — the knobs are one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7548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scripts\run_bot.cmd  -&gt;  set BOT_ARGS=...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  --lev-cap 4          size (paper: 4x; slides: 1x)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  --check-every 30     decision clock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  --exit-every 5       stop-check clock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  --symbols QQQ SPY    universe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  --trade-gappers      the stock leg (off)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/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config/config.yaml    costs, guards, horizons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src/rvf/bot/daytrade_bot.py   the rule</a:t>
            </a:r>
          </a:p>
          <a:p>
            <a:pPr algn="l"/>
            <a:r>
              <a:rPr sz="1050" b="0" i="0">
                <a:solidFill>
                  <a:srgbClr val="E5EAF3"/>
                </a:solidFill>
                <a:latin typeface="Courier New"/>
              </a:rPr>
              <a:t>scripts/run_*_study.py        the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61772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01168">
              <a:spcAft>
                <a:spcPts val="400"/>
              </a:spcAft>
              <a:buChar char="•"/>
            </a:pPr>
            <a:r>
              <a:rPr sz="1200" b="1" i="0">
                <a:solidFill>
                  <a:srgbClr val="FFFFFF"/>
                </a:solidFill>
                <a:latin typeface="Calibri"/>
              </a:rPr>
              <a:t>Change one thing, re-run the study, look at the deflated Sharpe. </a:t>
            </a:r>
            <a:r>
              <a:rPr sz="1200" b="0" i="0">
                <a:solidFill>
                  <a:srgbClr val="E5EAF3"/>
                </a:solidFill>
                <a:latin typeface="Calibri"/>
              </a:rPr>
              <a:t>That loop is the whole job.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17220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DB1D1"/>
                </a:solidFill>
                <a:latin typeface="Calibri"/>
              </a:rPr>
              <a:t>Repo: rv-forecasting  ·  every figure traces to a hashed file and a seed  ·  paper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